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787" r:id="rId3"/>
  </p:sldMasterIdLst>
  <p:sldIdLst>
    <p:sldId id="259" r:id="rId4"/>
    <p:sldId id="315" r:id="rId5"/>
    <p:sldId id="265" r:id="rId6"/>
    <p:sldId id="317" r:id="rId7"/>
    <p:sldId id="322" r:id="rId8"/>
    <p:sldId id="271" r:id="rId9"/>
    <p:sldId id="308" r:id="rId10"/>
    <p:sldId id="310" r:id="rId11"/>
    <p:sldId id="318" r:id="rId12"/>
    <p:sldId id="309" r:id="rId13"/>
    <p:sldId id="320" r:id="rId14"/>
    <p:sldId id="321" r:id="rId15"/>
    <p:sldId id="295" r:id="rId16"/>
    <p:sldId id="298" r:id="rId17"/>
    <p:sldId id="301" r:id="rId18"/>
    <p:sldId id="304" r:id="rId19"/>
    <p:sldId id="316" r:id="rId20"/>
    <p:sldId id="307" r:id="rId21"/>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p:restoredTop sz="0"/>
  </p:normalViewPr>
  <p:slideViewPr>
    <p:cSldViewPr>
      <p:cViewPr varScale="1">
        <p:scale>
          <a:sx n="82" d="100"/>
          <a:sy n="82" d="100"/>
        </p:scale>
        <p:origin x="672" y="7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gs" Target="tags/tag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2A81B951-A3F1-4C8F-B428-2AAA944A97E1}" type="datetimeFigureOut">
              <a:rPr lang="en-US" smtClean="0"/>
              <a:t>5/23/2024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FD2F04C1-3DFF-4B15-9356-09D48094C807}" type="datetimeFigureOut">
              <a:rPr lang="en-US" smtClean="0"/>
              <a:t>5/23/2024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DA90D46F-A87E-4BD3-9157-1602358EB40E}" type="datetimeFigureOut">
              <a:rPr lang="en-US" smtClean="0"/>
              <a:t>5/23/2024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C48222D6-FDDE-4675-B9B5-D5D374BDCF4A}" type="datetimeFigureOut">
              <a:rPr lang="en-US" smtClean="0"/>
              <a:t>5/23/2024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BFDBAACF-732F-4475-9841-B327C4F04ABD}" type="datetimeFigureOut">
              <a:rPr lang="en-US" smtClean="0"/>
              <a:t>5/23/2024</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79F67576-54F5-4FB7-9D62-71D68CEFC14B}" type="datetimeFigureOut">
              <a:rPr lang="en-US" smtClean="0"/>
              <a:t>5/23/2024</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6C010F8E-F2F5-40D3-BABA-798780C1A1F1}" type="datetimeFigureOut">
              <a:rPr lang="en-US" smtClean="0"/>
              <a:t>5/23/2024</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FA4A8DB0-CADF-4210-8CF4-97A3578EF825}" type="datetimeFigureOut">
              <a:rPr lang="en-US" smtClean="0"/>
              <a:t>5/23/2024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23E99089-8A35-4CB5-9CA8-76A45FA77B5E}" type="datetimeFigureOut">
              <a:rPr lang="en-US" smtClean="0"/>
              <a:t>5/23/2024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B08DF46-49FF-4584-83DD-E516D5234252}" type="datetimeFigureOut">
              <a:rPr lang="en-US" smtClean="0"/>
              <a:t>5/23/2024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47442C0C-3729-4470-B85C-F6F5152C112C}" type="datetimeFigureOut">
              <a:rPr lang="en-US" smtClean="0"/>
              <a:t>5/23/2024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945FE-ADDD-3775-AA1A-EF0D8ED625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F466A6-E1E8-02FB-17AE-70F75C81A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F64F9E-8BD2-F58E-CE96-001969EA0DB1}"/>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5" name="Footer Placeholder 4">
            <a:extLst>
              <a:ext uri="{FF2B5EF4-FFF2-40B4-BE49-F238E27FC236}">
                <a16:creationId xmlns:a16="http://schemas.microsoft.com/office/drawing/2014/main" id="{4E8FB2E9-5D96-B7FA-28D3-054B4228F0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D8099D-EB26-99D4-7609-1D9A71FEAEE0}"/>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20853679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62AF5-4750-2FBA-F9F7-2A3417340A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A31108-B8E8-2937-873C-5D060EF29A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3762ED-16F9-FA10-BF11-6F8E9B17B2DA}"/>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5" name="Footer Placeholder 4">
            <a:extLst>
              <a:ext uri="{FF2B5EF4-FFF2-40B4-BE49-F238E27FC236}">
                <a16:creationId xmlns:a16="http://schemas.microsoft.com/office/drawing/2014/main" id="{F04ACEE2-7EF5-54FA-4FE2-CA2DA3B366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74B13D-C060-4FAE-094F-993575FE9324}"/>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55510100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049E9-4FBE-7E7D-DCA8-20ED9998CA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8E7562-1075-E16C-8A87-BC94DF27B2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56BA05-A276-D683-8E9C-D57977390BB7}"/>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5" name="Footer Placeholder 4">
            <a:extLst>
              <a:ext uri="{FF2B5EF4-FFF2-40B4-BE49-F238E27FC236}">
                <a16:creationId xmlns:a16="http://schemas.microsoft.com/office/drawing/2014/main" id="{D7518745-7089-0A5A-450A-D4D3FDA5D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175C33-30FD-E989-108F-B4207B25FA53}"/>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408492935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87797-DAA3-69AD-7BDF-8586C40E6D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40B071-318E-3492-2702-0E2AF62A0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FA25D5-FB98-2BDD-44D1-CB985FD483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ACAEB6-9CAB-73FD-AF6D-017BF3AE48BB}"/>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6" name="Footer Placeholder 5">
            <a:extLst>
              <a:ext uri="{FF2B5EF4-FFF2-40B4-BE49-F238E27FC236}">
                <a16:creationId xmlns:a16="http://schemas.microsoft.com/office/drawing/2014/main" id="{B8BB2D42-74E0-69BD-0ECA-D9538EFE66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2C0813-BE78-C2B4-9009-CD29195A0893}"/>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309061652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421BD-1675-4450-D8B7-287E226B8D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B680FD-F85E-9A8A-8CE5-3D2A250F52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84A792-B0F7-A747-16EA-B6AAD52177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DEA46F8-950C-EEE0-82BD-97789C2C10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6DF324-8805-9F4F-2A7A-6B8B91BF95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D971FA-098A-2711-82B2-44B3C827D1B1}"/>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8" name="Footer Placeholder 7">
            <a:extLst>
              <a:ext uri="{FF2B5EF4-FFF2-40B4-BE49-F238E27FC236}">
                <a16:creationId xmlns:a16="http://schemas.microsoft.com/office/drawing/2014/main" id="{5AF8FDDA-18B1-6C0B-D68A-72EA9D60E1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2C9609-5F25-E823-9215-97D6EB86B40A}"/>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85606491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7D215-6266-DD37-EDD1-92E2F13007D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195B2B-39DF-C82E-FC1F-14873042ED48}"/>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4" name="Footer Placeholder 3">
            <a:extLst>
              <a:ext uri="{FF2B5EF4-FFF2-40B4-BE49-F238E27FC236}">
                <a16:creationId xmlns:a16="http://schemas.microsoft.com/office/drawing/2014/main" id="{B430BB7E-2131-9AE2-5C2D-6C048A07E44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FCFD86-5735-4FAD-D239-8928C75273C7}"/>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1758965836"/>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D37B4-994F-F54A-0DFD-3EEDFAB9E643}"/>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3" name="Footer Placeholder 2">
            <a:extLst>
              <a:ext uri="{FF2B5EF4-FFF2-40B4-BE49-F238E27FC236}">
                <a16:creationId xmlns:a16="http://schemas.microsoft.com/office/drawing/2014/main" id="{7F42AD3B-044C-6829-29DE-9CDCF23041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3D3AC4-56F6-EF61-99DE-8C27FFDE2205}"/>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290323552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24BF-5614-7362-2E50-6D4AB6CAF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79F283-7A1C-F13F-F3FB-9096D7A899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D7432E-58B6-3208-8D10-C797B5C10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253DE-C2B1-B234-4F9D-96D08ED377AD}"/>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6" name="Footer Placeholder 5">
            <a:extLst>
              <a:ext uri="{FF2B5EF4-FFF2-40B4-BE49-F238E27FC236}">
                <a16:creationId xmlns:a16="http://schemas.microsoft.com/office/drawing/2014/main" id="{B7DFB10D-D5A4-582D-DC53-30E2D229FC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B92564-8860-DFE9-9A0A-6B0AAABA8490}"/>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158753112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4C89E-1A25-F982-8964-31D0C3C7E6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FCE269-FDCA-6D65-748F-7885F57947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B99F7-3C75-F18D-1C5B-FFE263D4DD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F0D6A-9D20-B637-9D81-FDB235D3C4D6}"/>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6" name="Footer Placeholder 5">
            <a:extLst>
              <a:ext uri="{FF2B5EF4-FFF2-40B4-BE49-F238E27FC236}">
                <a16:creationId xmlns:a16="http://schemas.microsoft.com/office/drawing/2014/main" id="{C9BD5E8C-3161-3ED2-4151-8C6C721B0E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48D006-2A64-A893-F4E8-21D17E603DB1}"/>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161756672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D1B0-07DD-D1DD-2154-9042659C4C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AC2734-CAE0-226B-A960-C60C235AEF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98868-0B3B-F514-8061-71AF0AAB9CED}"/>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5" name="Footer Placeholder 4">
            <a:extLst>
              <a:ext uri="{FF2B5EF4-FFF2-40B4-BE49-F238E27FC236}">
                <a16:creationId xmlns:a16="http://schemas.microsoft.com/office/drawing/2014/main" id="{95F0C83C-05C2-3D7C-EB39-F530519CC0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1C1B45-8E8B-F7DF-D2EA-ECFDCFA67155}"/>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8352390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C93B25-C82F-0BD8-8FDC-5D1A61A410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2E49CD-B953-7408-FDC8-D48680389B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25753E-6392-E5CE-31E1-779AD4A5F9B9}"/>
              </a:ext>
            </a:extLst>
          </p:cNvPr>
          <p:cNvSpPr>
            <a:spLocks noGrp="1"/>
          </p:cNvSpPr>
          <p:nvPr>
            <p:ph type="dt" sz="half" idx="10"/>
          </p:nvPr>
        </p:nvSpPr>
        <p:spPr/>
        <p:txBody>
          <a:bodyPr/>
          <a:lstStyle/>
          <a:p>
            <a:fld id="{953C3E83-6089-4A27-8EB3-80F507B7C83F}" type="datetimeFigureOut">
              <a:rPr lang="en-IN" smtClean="0"/>
              <a:t>23-05-2024</a:t>
            </a:fld>
            <a:endParaRPr lang="en-IN"/>
          </a:p>
        </p:txBody>
      </p:sp>
      <p:sp>
        <p:nvSpPr>
          <p:cNvPr id="5" name="Footer Placeholder 4">
            <a:extLst>
              <a:ext uri="{FF2B5EF4-FFF2-40B4-BE49-F238E27FC236}">
                <a16:creationId xmlns:a16="http://schemas.microsoft.com/office/drawing/2014/main" id="{B9D64A3F-FA73-7008-AF20-B8609AE59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8EB65A-9A82-148B-D7EC-EE0EE2E7046A}"/>
              </a:ext>
            </a:extLst>
          </p:cNvPr>
          <p:cNvSpPr>
            <a:spLocks noGrp="1"/>
          </p:cNvSpPr>
          <p:nvPr>
            <p:ph type="sldNum" sz="quarter" idx="12"/>
          </p:nvPr>
        </p:nvSpPr>
        <p:spPr/>
        <p:txBody>
          <a:bodyPr/>
          <a:lstStyle/>
          <a:p>
            <a:fld id="{A1AE049C-A43A-4126-92B3-0473150155E9}" type="slidenum">
              <a:rPr lang="en-IN" smtClean="0"/>
              <a:t>‹#›</a:t>
            </a:fld>
            <a:endParaRPr lang="en-IN"/>
          </a:p>
        </p:txBody>
      </p:sp>
    </p:spTree>
    <p:extLst>
      <p:ext uri="{BB962C8B-B14F-4D97-AF65-F5344CB8AC3E}">
        <p14:creationId xmlns:p14="http://schemas.microsoft.com/office/powerpoint/2010/main" val="78072655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9F6D277-3820-1440-9688-2E75961570FB}"/>
              </a:ext>
            </a:extLst>
          </p:cNvPr>
          <p:cNvSpPr>
            <a:spLocks noGrp="1"/>
          </p:cNvSpPr>
          <p:nvPr>
            <p:ph type="pic" sz="quarter" idx="13"/>
          </p:nvPr>
        </p:nvSpPr>
        <p:spPr>
          <a:xfrm>
            <a:off x="0" y="0"/>
            <a:ext cx="12192000" cy="6858000"/>
          </a:xfrm>
          <a:prstGeom prst="rect">
            <a:avLst/>
          </a:prstGeom>
          <a:solidFill>
            <a:schemeClr val="bg1"/>
          </a:solidFill>
        </p:spPr>
        <p:txBody>
          <a:bodyPr wrap="square">
            <a:noAutofit/>
          </a:bodyPr>
          <a:lstStyle>
            <a:lvl1pPr>
              <a:defRPr b="0" i="0">
                <a:solidFill>
                  <a:schemeClr val="tx1"/>
                </a:solidFill>
              </a:defRPr>
            </a:lvl1pPr>
          </a:lstStyle>
          <a:p>
            <a:endParaRPr lang="en-US"/>
          </a:p>
        </p:txBody>
      </p:sp>
      <p:sp>
        <p:nvSpPr>
          <p:cNvPr id="2" name="Title 1">
            <a:extLst>
              <a:ext uri="{FF2B5EF4-FFF2-40B4-BE49-F238E27FC236}">
                <a16:creationId xmlns:a16="http://schemas.microsoft.com/office/drawing/2014/main" id="{99389E3C-9EB4-AB45-B7C4-A3593B30B202}"/>
              </a:ext>
            </a:extLst>
          </p:cNvPr>
          <p:cNvSpPr>
            <a:spLocks noGrp="1"/>
          </p:cNvSpPr>
          <p:nvPr>
            <p:ph type="title" hasCustomPrompt="1"/>
          </p:nvPr>
        </p:nvSpPr>
        <p:spPr>
          <a:xfrm>
            <a:off x="838200" y="2276475"/>
            <a:ext cx="10515600" cy="1325563"/>
          </a:xfrm>
        </p:spPr>
        <p:txBody>
          <a:bodyPr anchor="b">
            <a:normAutofit/>
          </a:bodyPr>
          <a:lstStyle>
            <a:lvl1pPr algn="ctr">
              <a:defRPr sz="5400">
                <a:solidFill>
                  <a:schemeClr val="accent1"/>
                </a:solidFill>
              </a:defRPr>
            </a:lvl1pPr>
          </a:lstStyle>
          <a:p>
            <a:r>
              <a:rPr lang="en-US"/>
              <a:t>Lorem Ipsum</a:t>
            </a:r>
          </a:p>
        </p:txBody>
      </p:sp>
      <p:sp>
        <p:nvSpPr>
          <p:cNvPr id="3" name="Date Placeholder 2">
            <a:extLst>
              <a:ext uri="{FF2B5EF4-FFF2-40B4-BE49-F238E27FC236}">
                <a16:creationId xmlns:a16="http://schemas.microsoft.com/office/drawing/2014/main" id="{B32B11B6-42A4-6142-A7C8-2743D7B08456}"/>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4" name="Footer Placeholder 3">
            <a:extLst>
              <a:ext uri="{FF2B5EF4-FFF2-40B4-BE49-F238E27FC236}">
                <a16:creationId xmlns:a16="http://schemas.microsoft.com/office/drawing/2014/main" id="{FEA50A37-380D-F94E-B5F2-9B3040D122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8DE528-A2B4-3D4C-90CE-4430B4F7E4F6}"/>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6" name="Subtitle 2">
            <a:extLst>
              <a:ext uri="{FF2B5EF4-FFF2-40B4-BE49-F238E27FC236}">
                <a16:creationId xmlns:a16="http://schemas.microsoft.com/office/drawing/2014/main" id="{2BC4F468-92DA-1344-817F-5C3B4362626C}"/>
              </a:ext>
            </a:extLst>
          </p:cNvPr>
          <p:cNvSpPr>
            <a:spLocks noGrp="1"/>
          </p:cNvSpPr>
          <p:nvPr>
            <p:ph type="subTitle" idx="1" hasCustomPrompt="1"/>
          </p:nvPr>
        </p:nvSpPr>
        <p:spPr>
          <a:xfrm>
            <a:off x="1524000" y="3602038"/>
            <a:ext cx="9144000" cy="1655762"/>
          </a:xfrm>
        </p:spPr>
        <p:txBody>
          <a:bodyPr/>
          <a:lstStyle>
            <a:lvl1pPr marL="0" marR="0" indent="0" algn="ctr" defTabSz="914400" rtl="0" eaLnBrk="1" fontAlgn="auto" latinLnBrk="0" hangingPunct="1">
              <a:lnSpc>
                <a:spcPct val="90000"/>
              </a:lnSpc>
              <a:spcBef>
                <a:spcPts val="1000"/>
              </a:spcBef>
              <a:spcAft>
                <a:spcPct val="0"/>
              </a:spcAft>
              <a:buClrTx/>
              <a:buSzTx/>
              <a:buFont typeface="Arial" pitchFamily="34" charset="0"/>
              <a:buNone/>
              <a:defRPr sz="2400" b="0" i="0">
                <a:latin typeface="Chivo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ct val="90000"/>
              </a:lnSpc>
              <a:spcBef>
                <a:spcPts val="1000"/>
              </a:spcBef>
              <a:spcAft>
                <a:spcPct val="0"/>
              </a:spcAft>
              <a:buClrTx/>
              <a:buSzTx/>
              <a:buFont typeface="Arial" pitchFamily="34" charset="0"/>
              <a:buNone/>
              <a:defRPr/>
            </a:pPr>
            <a:r>
              <a:rPr lang="en-US">
                <a:solidFill>
                  <a:schemeClr val="tx1"/>
                </a:solidFill>
                <a:latin typeface="Roboto Light" panose="02000000000000000000" pitchFamily="2" charset="0"/>
                <a:ea typeface="Roboto Light" panose="02000000000000000000" pitchFamily="2" charset="0"/>
              </a:rPr>
              <a:t>No ceteros verterem his, sea eius iisque eu. Et vis stet dolorem perpetua, usu ea diam affert labores.</a:t>
            </a:r>
            <a:r>
              <a:rPr lang="en-US"/>
              <a:t> </a:t>
            </a:r>
          </a:p>
        </p:txBody>
      </p:sp>
    </p:spTree>
    <p:extLst>
      <p:ext uri="{BB962C8B-B14F-4D97-AF65-F5344CB8AC3E}">
        <p14:creationId xmlns:p14="http://schemas.microsoft.com/office/powerpoint/2010/main" val="3297968863"/>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Custom Layout">
    <p:bg>
      <p:bgPr>
        <a:solidFill>
          <a:schemeClr val="tx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E5B5204-28C8-E44F-A86F-32B498F4E908}"/>
              </a:ext>
            </a:extLst>
          </p:cNvPr>
          <p:cNvSpPr>
            <a:spLocks noGrp="1"/>
          </p:cNvSpPr>
          <p:nvPr>
            <p:ph type="pic" sz="quarter" idx="13"/>
          </p:nvPr>
        </p:nvSpPr>
        <p:spPr>
          <a:xfrm>
            <a:off x="0" y="0"/>
            <a:ext cx="12192000" cy="6858000"/>
          </a:xfrm>
          <a:custGeom>
            <a:avLst/>
            <a:gdLst>
              <a:gd name="connsiteX0" fmla="*/ 915131 w 12192000"/>
              <a:gd name="connsiteY0" fmla="*/ 838931 h 6858000"/>
              <a:gd name="connsiteX1" fmla="*/ 11276869 w 12192000"/>
              <a:gd name="connsiteY1" fmla="*/ 838931 h 6858000"/>
              <a:gd name="connsiteX2" fmla="*/ 11276869 w 12192000"/>
              <a:gd name="connsiteY2" fmla="*/ 5893657 h 6858000"/>
              <a:gd name="connsiteX3" fmla="*/ 915131 w 12192000"/>
              <a:gd name="connsiteY3" fmla="*/ 5893657 h 6858000"/>
              <a:gd name="connsiteX4" fmla="*/ 838200 w 12192000"/>
              <a:gd name="connsiteY4" fmla="*/ 762000 h 6858000"/>
              <a:gd name="connsiteX5" fmla="*/ 838200 w 12192000"/>
              <a:gd name="connsiteY5" fmla="*/ 5970588 h 6858000"/>
              <a:gd name="connsiteX6" fmla="*/ 11353800 w 12192000"/>
              <a:gd name="connsiteY6" fmla="*/ 5970588 h 6858000"/>
              <a:gd name="connsiteX7" fmla="*/ 11353800 w 12192000"/>
              <a:gd name="connsiteY7" fmla="*/ 762000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915131" y="838931"/>
                </a:moveTo>
                <a:lnTo>
                  <a:pt x="11276869" y="838931"/>
                </a:lnTo>
                <a:lnTo>
                  <a:pt x="11276869" y="5893657"/>
                </a:lnTo>
                <a:lnTo>
                  <a:pt x="915131" y="5893657"/>
                </a:lnTo>
                <a:close/>
                <a:moveTo>
                  <a:pt x="838200" y="762000"/>
                </a:moveTo>
                <a:lnTo>
                  <a:pt x="838200" y="5970588"/>
                </a:lnTo>
                <a:lnTo>
                  <a:pt x="11353800" y="5970588"/>
                </a:lnTo>
                <a:lnTo>
                  <a:pt x="11353800" y="762000"/>
                </a:lnTo>
                <a:close/>
                <a:moveTo>
                  <a:pt x="0" y="0"/>
                </a:moveTo>
                <a:lnTo>
                  <a:pt x="12192000" y="0"/>
                </a:lnTo>
                <a:lnTo>
                  <a:pt x="12192000" y="6858000"/>
                </a:lnTo>
                <a:lnTo>
                  <a:pt x="0" y="6858000"/>
                </a:lnTo>
                <a:close/>
              </a:path>
            </a:pathLst>
          </a:custGeom>
          <a:solidFill>
            <a:schemeClr val="bg1"/>
          </a:solidFill>
        </p:spPr>
        <p:txBody>
          <a:bodyPr wrap="square">
            <a:noAutofit/>
          </a:bodyPr>
          <a:lstStyle>
            <a:lvl1pPr>
              <a:defRPr b="0" i="0">
                <a:solidFill>
                  <a:schemeClr val="tx1"/>
                </a:solidFill>
              </a:defRPr>
            </a:lvl1pPr>
          </a:lstStyle>
          <a:p>
            <a:endParaRPr lang="en-US"/>
          </a:p>
        </p:txBody>
      </p:sp>
      <p:sp>
        <p:nvSpPr>
          <p:cNvPr id="2" name="Title 1">
            <a:extLst>
              <a:ext uri="{FF2B5EF4-FFF2-40B4-BE49-F238E27FC236}">
                <a16:creationId xmlns:a16="http://schemas.microsoft.com/office/drawing/2014/main" id="{99389E3C-9EB4-AB45-B7C4-A3593B30B202}"/>
              </a:ext>
            </a:extLst>
          </p:cNvPr>
          <p:cNvSpPr>
            <a:spLocks noGrp="1"/>
          </p:cNvSpPr>
          <p:nvPr>
            <p:ph type="title" hasCustomPrompt="1"/>
          </p:nvPr>
        </p:nvSpPr>
        <p:spPr>
          <a:xfrm>
            <a:off x="838200" y="2276475"/>
            <a:ext cx="10515600" cy="1325563"/>
          </a:xfrm>
        </p:spPr>
        <p:txBody>
          <a:bodyPr anchor="b">
            <a:normAutofit/>
          </a:bodyPr>
          <a:lstStyle>
            <a:lvl1pPr algn="ctr">
              <a:defRPr sz="5400">
                <a:solidFill>
                  <a:schemeClr val="tx2"/>
                </a:solidFill>
              </a:defRPr>
            </a:lvl1pPr>
          </a:lstStyle>
          <a:p>
            <a:r>
              <a:rPr lang="en-US"/>
              <a:t>Lorem Ipsum</a:t>
            </a:r>
          </a:p>
        </p:txBody>
      </p:sp>
      <p:sp>
        <p:nvSpPr>
          <p:cNvPr id="3" name="Date Placeholder 2">
            <a:extLst>
              <a:ext uri="{FF2B5EF4-FFF2-40B4-BE49-F238E27FC236}">
                <a16:creationId xmlns:a16="http://schemas.microsoft.com/office/drawing/2014/main" id="{B32B11B6-42A4-6142-A7C8-2743D7B08456}"/>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4" name="Footer Placeholder 3">
            <a:extLst>
              <a:ext uri="{FF2B5EF4-FFF2-40B4-BE49-F238E27FC236}">
                <a16:creationId xmlns:a16="http://schemas.microsoft.com/office/drawing/2014/main" id="{FEA50A37-380D-F94E-B5F2-9B3040D122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8DE528-A2B4-3D4C-90CE-4430B4F7E4F6}"/>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Text Placeholder 9">
            <a:extLst>
              <a:ext uri="{FF2B5EF4-FFF2-40B4-BE49-F238E27FC236}">
                <a16:creationId xmlns:a16="http://schemas.microsoft.com/office/drawing/2014/main" id="{204BB6CA-D6FD-4640-9A59-A33350DBE535}"/>
              </a:ext>
            </a:extLst>
          </p:cNvPr>
          <p:cNvSpPr>
            <a:spLocks noGrp="1"/>
          </p:cNvSpPr>
          <p:nvPr>
            <p:ph type="body" sz="quarter" idx="15"/>
          </p:nvPr>
        </p:nvSpPr>
        <p:spPr>
          <a:xfrm>
            <a:off x="838200" y="3602038"/>
            <a:ext cx="10515600" cy="1655762"/>
          </a:xfrm>
        </p:spPr>
        <p:txBody>
          <a:bodyPr/>
          <a:lstStyle>
            <a:lvl1pPr marL="0" indent="0" algn="ctr">
              <a:buNone/>
              <a:defRPr>
                <a:solidFill>
                  <a:schemeClr val="tx2"/>
                </a:solidFill>
              </a:defRPr>
            </a:lvl1pPr>
            <a:lvl2pPr marL="457200" indent="0" algn="ctr">
              <a:buNone/>
              <a:defRPr>
                <a:solidFill>
                  <a:schemeClr val="bg2"/>
                </a:solidFill>
              </a:defRPr>
            </a:lvl2pPr>
            <a:lvl3pPr marL="914400" indent="0" algn="ctr">
              <a:buNone/>
              <a:defRPr>
                <a:solidFill>
                  <a:schemeClr val="bg2"/>
                </a:solidFill>
              </a:defRPr>
            </a:lvl3pPr>
            <a:lvl4pPr marL="1371600" indent="0" algn="ctr">
              <a:buNone/>
              <a:defRPr>
                <a:solidFill>
                  <a:schemeClr val="bg2"/>
                </a:solidFill>
              </a:defRPr>
            </a:lvl4pPr>
            <a:lvl5pPr marL="1828800" indent="0" algn="ctr">
              <a:buNone/>
              <a:defRPr>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4371672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6_Custom Layout">
    <p:bg>
      <p:bgPr>
        <a:solidFill>
          <a:schemeClr val="accent1"/>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9F6D277-3820-1440-9688-2E75961570FB}"/>
              </a:ext>
            </a:extLst>
          </p:cNvPr>
          <p:cNvSpPr>
            <a:spLocks noGrp="1"/>
          </p:cNvSpPr>
          <p:nvPr>
            <p:ph type="pic" sz="quarter" idx="13"/>
          </p:nvPr>
        </p:nvSpPr>
        <p:spPr>
          <a:xfrm>
            <a:off x="0" y="0"/>
            <a:ext cx="12192000" cy="6858000"/>
          </a:xfrm>
          <a:prstGeom prst="rect">
            <a:avLst/>
          </a:prstGeom>
          <a:solidFill>
            <a:schemeClr val="bg1"/>
          </a:solidFill>
        </p:spPr>
        <p:txBody>
          <a:bodyPr wrap="square">
            <a:noAutofit/>
          </a:bodyPr>
          <a:lstStyle>
            <a:lvl1pPr>
              <a:defRPr b="0" i="0">
                <a:solidFill>
                  <a:schemeClr val="tx1"/>
                </a:solidFill>
              </a:defRPr>
            </a:lvl1pPr>
          </a:lstStyle>
          <a:p>
            <a:endParaRPr lang="en-US"/>
          </a:p>
        </p:txBody>
      </p:sp>
      <p:sp>
        <p:nvSpPr>
          <p:cNvPr id="2" name="Title 1">
            <a:extLst>
              <a:ext uri="{FF2B5EF4-FFF2-40B4-BE49-F238E27FC236}">
                <a16:creationId xmlns:a16="http://schemas.microsoft.com/office/drawing/2014/main" id="{99389E3C-9EB4-AB45-B7C4-A3593B30B202}"/>
              </a:ext>
            </a:extLst>
          </p:cNvPr>
          <p:cNvSpPr>
            <a:spLocks noGrp="1"/>
          </p:cNvSpPr>
          <p:nvPr>
            <p:ph type="title" hasCustomPrompt="1"/>
          </p:nvPr>
        </p:nvSpPr>
        <p:spPr>
          <a:xfrm>
            <a:off x="838200" y="1339056"/>
            <a:ext cx="10515600" cy="1325563"/>
          </a:xfrm>
        </p:spPr>
        <p:txBody>
          <a:bodyPr anchor="b">
            <a:normAutofit/>
          </a:bodyPr>
          <a:lstStyle>
            <a:lvl1pPr algn="ctr">
              <a:defRPr sz="5400">
                <a:solidFill>
                  <a:schemeClr val="accent1"/>
                </a:solidFill>
              </a:defRPr>
            </a:lvl1pPr>
          </a:lstStyle>
          <a:p>
            <a:r>
              <a:rPr lang="en-US"/>
              <a:t>Lorem Ipsum</a:t>
            </a:r>
          </a:p>
        </p:txBody>
      </p:sp>
      <p:sp>
        <p:nvSpPr>
          <p:cNvPr id="3" name="Date Placeholder 2">
            <a:extLst>
              <a:ext uri="{FF2B5EF4-FFF2-40B4-BE49-F238E27FC236}">
                <a16:creationId xmlns:a16="http://schemas.microsoft.com/office/drawing/2014/main" id="{B32B11B6-42A4-6142-A7C8-2743D7B08456}"/>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4" name="Footer Placeholder 3">
            <a:extLst>
              <a:ext uri="{FF2B5EF4-FFF2-40B4-BE49-F238E27FC236}">
                <a16:creationId xmlns:a16="http://schemas.microsoft.com/office/drawing/2014/main" id="{FEA50A37-380D-F94E-B5F2-9B3040D122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8DE528-A2B4-3D4C-90CE-4430B4F7E4F6}"/>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6" name="Subtitle 2">
            <a:extLst>
              <a:ext uri="{FF2B5EF4-FFF2-40B4-BE49-F238E27FC236}">
                <a16:creationId xmlns:a16="http://schemas.microsoft.com/office/drawing/2014/main" id="{2BC4F468-92DA-1344-817F-5C3B4362626C}"/>
              </a:ext>
            </a:extLst>
          </p:cNvPr>
          <p:cNvSpPr>
            <a:spLocks noGrp="1"/>
          </p:cNvSpPr>
          <p:nvPr>
            <p:ph type="subTitle" idx="1" hasCustomPrompt="1"/>
          </p:nvPr>
        </p:nvSpPr>
        <p:spPr>
          <a:xfrm>
            <a:off x="838200" y="2664619"/>
            <a:ext cx="10515600" cy="2651660"/>
          </a:xfrm>
        </p:spPr>
        <p:txBody>
          <a:bodyPr/>
          <a:lstStyle>
            <a:lvl1pPr marL="0" marR="0" indent="0" algn="ctr" defTabSz="914400" rtl="0" eaLnBrk="1" fontAlgn="auto" latinLnBrk="0" hangingPunct="1">
              <a:lnSpc>
                <a:spcPct val="90000"/>
              </a:lnSpc>
              <a:spcBef>
                <a:spcPts val="1000"/>
              </a:spcBef>
              <a:spcAft>
                <a:spcPct val="0"/>
              </a:spcAft>
              <a:buClrTx/>
              <a:buSzTx/>
              <a:buFont typeface="Arial" pitchFamily="34" charset="0"/>
              <a:buNone/>
              <a:defRPr sz="2400" b="0" i="0">
                <a:latin typeface="Chivo 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ct val="90000"/>
              </a:lnSpc>
              <a:spcBef>
                <a:spcPts val="1000"/>
              </a:spcBef>
              <a:spcAft>
                <a:spcPct val="0"/>
              </a:spcAft>
              <a:buClrTx/>
              <a:buSzTx/>
              <a:buFont typeface="Arial" pitchFamily="34" charset="0"/>
              <a:buNone/>
              <a:defRPr/>
            </a:pPr>
            <a:r>
              <a:rPr lang="en-US"/>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extLst>
      <p:ext uri="{BB962C8B-B14F-4D97-AF65-F5344CB8AC3E}">
        <p14:creationId xmlns:p14="http://schemas.microsoft.com/office/powerpoint/2010/main" val="1807387720"/>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Custom Layout">
    <p:bg>
      <p:bgPr>
        <a:solidFill>
          <a:srgbClr val="F88E38"/>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CBB8533-D7B6-644D-BD33-D13D8516B8D5}"/>
              </a:ext>
            </a:extLst>
          </p:cNvPr>
          <p:cNvSpPr>
            <a:spLocks noGrp="1"/>
          </p:cNvSpPr>
          <p:nvPr>
            <p:ph type="body" sz="quarter" idx="14" hasCustomPrompt="1"/>
          </p:nvPr>
        </p:nvSpPr>
        <p:spPr>
          <a:xfrm>
            <a:off x="838200" y="762000"/>
            <a:ext cx="10515600" cy="5208588"/>
          </a:xfrm>
          <a:solidFill>
            <a:schemeClr val="bg1">
              <a:alpha val="34000"/>
            </a:schemeClr>
          </a:solidFill>
        </p:spPr>
        <p:txBody>
          <a:bodyPr anchor="ctr"/>
          <a:lstStyle>
            <a:lvl1pPr marL="0" indent="0" algn="ctr">
              <a:buNone/>
              <a:defRPr b="0" i="0"/>
            </a:lvl1pPr>
          </a:lstStyle>
          <a:p>
            <a:pPr lvl="0"/>
            <a:r>
              <a:rPr lang="en-US"/>
              <a:t>  </a:t>
            </a:r>
          </a:p>
        </p:txBody>
      </p:sp>
      <p:sp>
        <p:nvSpPr>
          <p:cNvPr id="13" name="Picture Placeholder 12">
            <a:extLst>
              <a:ext uri="{FF2B5EF4-FFF2-40B4-BE49-F238E27FC236}">
                <a16:creationId xmlns:a16="http://schemas.microsoft.com/office/drawing/2014/main" id="{D9F6D277-3820-1440-9688-2E75961570FB}"/>
              </a:ext>
            </a:extLst>
          </p:cNvPr>
          <p:cNvSpPr>
            <a:spLocks noGrp="1"/>
          </p:cNvSpPr>
          <p:nvPr>
            <p:ph type="pic" sz="quarter" idx="13"/>
          </p:nvPr>
        </p:nvSpPr>
        <p:spPr>
          <a:xfrm>
            <a:off x="0" y="0"/>
            <a:ext cx="12192000" cy="6858000"/>
          </a:xfrm>
          <a:prstGeom prst="rect">
            <a:avLst/>
          </a:prstGeom>
          <a:solidFill>
            <a:schemeClr val="bg1"/>
          </a:solidFill>
        </p:spPr>
        <p:txBody>
          <a:bodyPr wrap="square">
            <a:noAutofit/>
          </a:bodyPr>
          <a:lstStyle>
            <a:lvl1pPr>
              <a:defRPr b="0" i="0">
                <a:solidFill>
                  <a:schemeClr val="tx1"/>
                </a:solidFill>
              </a:defRPr>
            </a:lvl1pPr>
          </a:lstStyle>
          <a:p>
            <a:endParaRPr lang="en-US"/>
          </a:p>
        </p:txBody>
      </p:sp>
      <p:sp>
        <p:nvSpPr>
          <p:cNvPr id="2" name="Title 1">
            <a:extLst>
              <a:ext uri="{FF2B5EF4-FFF2-40B4-BE49-F238E27FC236}">
                <a16:creationId xmlns:a16="http://schemas.microsoft.com/office/drawing/2014/main" id="{99389E3C-9EB4-AB45-B7C4-A3593B30B202}"/>
              </a:ext>
            </a:extLst>
          </p:cNvPr>
          <p:cNvSpPr>
            <a:spLocks noGrp="1"/>
          </p:cNvSpPr>
          <p:nvPr>
            <p:ph type="title" hasCustomPrompt="1"/>
          </p:nvPr>
        </p:nvSpPr>
        <p:spPr>
          <a:xfrm>
            <a:off x="1617921" y="2276475"/>
            <a:ext cx="4478079" cy="1325563"/>
          </a:xfrm>
        </p:spPr>
        <p:txBody>
          <a:bodyPr anchor="b">
            <a:normAutofit/>
          </a:bodyPr>
          <a:lstStyle>
            <a:lvl1pPr algn="ctr">
              <a:defRPr sz="5400"/>
            </a:lvl1pPr>
          </a:lstStyle>
          <a:p>
            <a:r>
              <a:rPr lang="en-US"/>
              <a:t>Lorem Ipsum</a:t>
            </a:r>
          </a:p>
        </p:txBody>
      </p:sp>
      <p:sp>
        <p:nvSpPr>
          <p:cNvPr id="3" name="Date Placeholder 2">
            <a:extLst>
              <a:ext uri="{FF2B5EF4-FFF2-40B4-BE49-F238E27FC236}">
                <a16:creationId xmlns:a16="http://schemas.microsoft.com/office/drawing/2014/main" id="{B32B11B6-42A4-6142-A7C8-2743D7B08456}"/>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4" name="Footer Placeholder 3">
            <a:extLst>
              <a:ext uri="{FF2B5EF4-FFF2-40B4-BE49-F238E27FC236}">
                <a16:creationId xmlns:a16="http://schemas.microsoft.com/office/drawing/2014/main" id="{FEA50A37-380D-F94E-B5F2-9B3040D122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8DE528-A2B4-3D4C-90CE-4430B4F7E4F6}"/>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9" name="Text Placeholder 9">
            <a:extLst>
              <a:ext uri="{FF2B5EF4-FFF2-40B4-BE49-F238E27FC236}">
                <a16:creationId xmlns:a16="http://schemas.microsoft.com/office/drawing/2014/main" id="{A60B1C4F-631A-2841-BCDB-E21EE524FABB}"/>
              </a:ext>
            </a:extLst>
          </p:cNvPr>
          <p:cNvSpPr>
            <a:spLocks noGrp="1"/>
          </p:cNvSpPr>
          <p:nvPr>
            <p:ph type="body" sz="quarter" idx="15"/>
          </p:nvPr>
        </p:nvSpPr>
        <p:spPr>
          <a:xfrm>
            <a:off x="1617921" y="3602038"/>
            <a:ext cx="4478079" cy="1655762"/>
          </a:xfrm>
        </p:spPr>
        <p:txBody>
          <a:bodyPr/>
          <a:lstStyle>
            <a:lvl1pPr marL="0" indent="0" algn="ctr">
              <a:buNone/>
              <a:defRPr>
                <a:solidFill>
                  <a:schemeClr val="tx2"/>
                </a:solidFill>
              </a:defRPr>
            </a:lvl1pPr>
            <a:lvl2pPr marL="457200" indent="0" algn="ctr">
              <a:buNone/>
              <a:defRPr>
                <a:solidFill>
                  <a:schemeClr val="bg2"/>
                </a:solidFill>
              </a:defRPr>
            </a:lvl2pPr>
            <a:lvl3pPr marL="914400" indent="0" algn="ctr">
              <a:buNone/>
              <a:defRPr>
                <a:solidFill>
                  <a:schemeClr val="bg2"/>
                </a:solidFill>
              </a:defRPr>
            </a:lvl3pPr>
            <a:lvl4pPr marL="1371600" indent="0" algn="ctr">
              <a:buNone/>
              <a:defRPr>
                <a:solidFill>
                  <a:schemeClr val="bg2"/>
                </a:solidFill>
              </a:defRPr>
            </a:lvl4pPr>
            <a:lvl5pPr marL="1828800" indent="0" algn="ctr">
              <a:buNone/>
              <a:defRPr>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2738247806"/>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3893344" y="0"/>
            <a:ext cx="4405312" cy="6858000"/>
          </a:xfrm>
          <a:solidFill>
            <a:schemeClr val="bg1"/>
          </a:solidFill>
        </p:spPr>
        <p:txBody>
          <a:bodyPr/>
          <a:lstStyle>
            <a:lvl1pPr>
              <a:defRPr b="0" i="0"/>
            </a:lvl1pPr>
          </a:lstStyle>
          <a:p>
            <a:endParaRPr lang="en-US"/>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9" name="Text Placeholder 6">
            <a:extLst>
              <a:ext uri="{FF2B5EF4-FFF2-40B4-BE49-F238E27FC236}">
                <a16:creationId xmlns:a16="http://schemas.microsoft.com/office/drawing/2014/main" id="{75660800-BC7C-3D4D-BB4D-D14309B627E2}"/>
              </a:ext>
            </a:extLst>
          </p:cNvPr>
          <p:cNvSpPr>
            <a:spLocks noGrp="1"/>
          </p:cNvSpPr>
          <p:nvPr>
            <p:ph type="body" sz="quarter" idx="14"/>
          </p:nvPr>
        </p:nvSpPr>
        <p:spPr>
          <a:xfrm>
            <a:off x="284772" y="1446028"/>
            <a:ext cx="3326754" cy="1982972"/>
          </a:xfrm>
        </p:spPr>
        <p:txBody>
          <a:bodyPr>
            <a:normAutofit/>
          </a:bodyPr>
          <a:lstStyle>
            <a:lvl1pPr marL="0" indent="0" algn="ctr">
              <a:buNone/>
              <a:defRPr sz="2000" b="0" i="0"/>
            </a:lvl1pPr>
            <a:lvl2pPr marL="457200" indent="0" algn="ctr">
              <a:buNone/>
              <a:defRPr sz="1800" b="0" i="0"/>
            </a:lvl2pPr>
            <a:lvl3pPr marL="914400" indent="0" algn="ctr">
              <a:buNone/>
              <a:defRPr sz="1600" b="0" i="0"/>
            </a:lvl3pPr>
            <a:lvl4pPr marL="1371600" indent="0" algn="ctr">
              <a:buNone/>
              <a:defRPr sz="1400" b="0" i="0"/>
            </a:lvl4pPr>
            <a:lvl5pPr marL="1828800" indent="0" algn="ctr">
              <a:buNone/>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8BB0B1F9-E45E-7246-93FB-0390711AB993}"/>
              </a:ext>
            </a:extLst>
          </p:cNvPr>
          <p:cNvSpPr>
            <a:spLocks noGrp="1"/>
          </p:cNvSpPr>
          <p:nvPr>
            <p:ph type="body" sz="quarter" idx="15"/>
          </p:nvPr>
        </p:nvSpPr>
        <p:spPr>
          <a:xfrm>
            <a:off x="284772" y="4580749"/>
            <a:ext cx="3326754" cy="1982972"/>
          </a:xfrm>
        </p:spPr>
        <p:txBody>
          <a:bodyPr>
            <a:normAutofit/>
          </a:bodyPr>
          <a:lstStyle>
            <a:lvl1pPr marL="0" indent="0" algn="ctr">
              <a:buNone/>
              <a:defRPr sz="2000" b="0" i="0"/>
            </a:lvl1pPr>
            <a:lvl2pPr marL="457200" indent="0" algn="ctr">
              <a:buNone/>
              <a:defRPr sz="1800" b="0" i="0"/>
            </a:lvl2pPr>
            <a:lvl3pPr marL="914400" indent="0" algn="ctr">
              <a:buNone/>
              <a:defRPr sz="1600" b="0" i="0"/>
            </a:lvl3pPr>
            <a:lvl4pPr marL="1371600" indent="0" algn="ctr">
              <a:buNone/>
              <a:defRPr sz="1400" b="0" i="0"/>
            </a:lvl4pPr>
            <a:lvl5pPr marL="1828800" indent="0" algn="ctr">
              <a:buNone/>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C7732C0-67A9-5747-8D6C-C098C12ACAEA}"/>
              </a:ext>
            </a:extLst>
          </p:cNvPr>
          <p:cNvSpPr>
            <a:spLocks noGrp="1"/>
          </p:cNvSpPr>
          <p:nvPr>
            <p:ph type="body" sz="quarter" idx="16"/>
          </p:nvPr>
        </p:nvSpPr>
        <p:spPr>
          <a:xfrm>
            <a:off x="8580474" y="1446028"/>
            <a:ext cx="3326754" cy="1982972"/>
          </a:xfrm>
        </p:spPr>
        <p:txBody>
          <a:bodyPr>
            <a:normAutofit/>
          </a:bodyPr>
          <a:lstStyle>
            <a:lvl1pPr marL="0" indent="0" algn="ctr">
              <a:buNone/>
              <a:defRPr sz="2000" b="0" i="0"/>
            </a:lvl1pPr>
            <a:lvl2pPr marL="457200" indent="0" algn="ctr">
              <a:buNone/>
              <a:defRPr sz="1800" b="0" i="0"/>
            </a:lvl2pPr>
            <a:lvl3pPr marL="914400" indent="0" algn="ctr">
              <a:buNone/>
              <a:defRPr sz="1600" b="0" i="0"/>
            </a:lvl3pPr>
            <a:lvl4pPr marL="1371600" indent="0" algn="ctr">
              <a:buNone/>
              <a:defRPr sz="1400" b="0" i="0"/>
            </a:lvl4pPr>
            <a:lvl5pPr marL="1828800" indent="0" algn="ctr">
              <a:buNone/>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F5FCAB5F-601E-724F-A4FC-9B65024475D0}"/>
              </a:ext>
            </a:extLst>
          </p:cNvPr>
          <p:cNvSpPr>
            <a:spLocks noGrp="1"/>
          </p:cNvSpPr>
          <p:nvPr>
            <p:ph type="body" sz="quarter" idx="17"/>
          </p:nvPr>
        </p:nvSpPr>
        <p:spPr>
          <a:xfrm>
            <a:off x="8580474" y="4580749"/>
            <a:ext cx="3326754" cy="1982972"/>
          </a:xfrm>
        </p:spPr>
        <p:txBody>
          <a:bodyPr>
            <a:normAutofit/>
          </a:bodyPr>
          <a:lstStyle>
            <a:lvl1pPr marL="0" indent="0" algn="ctr">
              <a:buNone/>
              <a:defRPr sz="2000" b="0" i="0"/>
            </a:lvl1pPr>
            <a:lvl2pPr marL="457200" indent="0" algn="ctr">
              <a:buNone/>
              <a:defRPr sz="1800" b="0" i="0"/>
            </a:lvl2pPr>
            <a:lvl3pPr marL="914400" indent="0" algn="ctr">
              <a:buNone/>
              <a:defRPr sz="1600" b="0" i="0"/>
            </a:lvl3pPr>
            <a:lvl4pPr marL="1371600" indent="0" algn="ctr">
              <a:buNone/>
              <a:defRPr sz="1400" b="0" i="0"/>
            </a:lvl4pPr>
            <a:lvl5pPr marL="1828800" indent="0" algn="ctr">
              <a:buNone/>
              <a:defRPr sz="14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418126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6525491" y="365126"/>
            <a:ext cx="5181600" cy="2669454"/>
          </a:xfrm>
        </p:spPr>
        <p:txBody>
          <a:bodyPr anchor="b">
            <a:normAutofit/>
          </a:bodyPr>
          <a:lstStyle>
            <a:lvl1pPr>
              <a:defRPr sz="54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0" y="0"/>
            <a:ext cx="6095999" cy="6858000"/>
          </a:xfrm>
          <a:solidFill>
            <a:schemeClr val="bg1"/>
          </a:solidFill>
        </p:spPr>
        <p:txBody>
          <a:bodyPr/>
          <a:lstStyle>
            <a:lvl1pPr>
              <a:defRPr b="0" i="0"/>
            </a:lvl1pPr>
          </a:lstStyle>
          <a:p>
            <a:endParaRPr lang="en-US"/>
          </a:p>
        </p:txBody>
      </p:sp>
      <p:sp>
        <p:nvSpPr>
          <p:cNvPr id="7" name="Text Placeholder 6">
            <a:extLst>
              <a:ext uri="{FF2B5EF4-FFF2-40B4-BE49-F238E27FC236}">
                <a16:creationId xmlns:a16="http://schemas.microsoft.com/office/drawing/2014/main" id="{076C4427-8EB4-564E-BF01-EADFAFB3E7CD}"/>
              </a:ext>
            </a:extLst>
          </p:cNvPr>
          <p:cNvSpPr>
            <a:spLocks noGrp="1"/>
          </p:cNvSpPr>
          <p:nvPr>
            <p:ph type="body" sz="quarter" idx="14"/>
          </p:nvPr>
        </p:nvSpPr>
        <p:spPr>
          <a:xfrm>
            <a:off x="6526213" y="3214688"/>
            <a:ext cx="5181600" cy="3141661"/>
          </a:xfrm>
        </p:spPr>
        <p:txBody>
          <a:bodyPr/>
          <a:lstStyle>
            <a:lvl1pPr>
              <a:defRPr b="0" i="0"/>
            </a:lvl1pPr>
            <a:lvl2pPr>
              <a:defRPr b="0" i="0"/>
            </a:lvl2pPr>
            <a:lvl3pPr>
              <a:defRPr b="0" i="0"/>
            </a:lvl3pPr>
            <a:lvl4pPr>
              <a:defRPr b="0" i="0"/>
            </a:lvl4pPr>
            <a:lvl5pPr>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959058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4A015D-571F-1F4B-974B-CBD2C44674A0}"/>
              </a:ext>
            </a:extLst>
          </p:cNvPr>
          <p:cNvSpPr/>
          <p:nvPr userDrawn="1"/>
        </p:nvSpPr>
        <p:spPr>
          <a:xfrm>
            <a:off x="3687412" y="0"/>
            <a:ext cx="4677631" cy="6858000"/>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algn="ctr"/>
            <a:endParaRPr lang="en-US" b="0" i="0">
              <a:latin typeface="Roboto Light" panose="02000000000000000000" pitchFamily="2" charset="0"/>
              <a:ea typeface="Roboto Light" panose="02000000000000000000" pitchFamily="2" charset="0"/>
            </a:endParaRP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a:xfrm>
            <a:off x="3968827"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9175" y="0"/>
            <a:ext cx="3678237" cy="6858000"/>
          </a:xfrm>
          <a:solidFill>
            <a:schemeClr val="bg1"/>
          </a:solidFill>
        </p:spPr>
        <p:txBody>
          <a:bodyPr/>
          <a:lstStyle>
            <a:lvl1pPr>
              <a:defRPr b="0" i="0"/>
            </a:lvl1pPr>
          </a:lstStyle>
          <a:p>
            <a:endParaRPr lang="en-US"/>
          </a:p>
        </p:txBody>
      </p:sp>
      <p:sp>
        <p:nvSpPr>
          <p:cNvPr id="7" name="Text Placeholder 6">
            <a:extLst>
              <a:ext uri="{FF2B5EF4-FFF2-40B4-BE49-F238E27FC236}">
                <a16:creationId xmlns:a16="http://schemas.microsoft.com/office/drawing/2014/main" id="{076C4427-8EB4-564E-BF01-EADFAFB3E7CD}"/>
              </a:ext>
            </a:extLst>
          </p:cNvPr>
          <p:cNvSpPr>
            <a:spLocks noGrp="1"/>
          </p:cNvSpPr>
          <p:nvPr>
            <p:ph type="body" sz="quarter" idx="14"/>
          </p:nvPr>
        </p:nvSpPr>
        <p:spPr>
          <a:xfrm>
            <a:off x="4069634" y="1496290"/>
            <a:ext cx="3913187" cy="4723536"/>
          </a:xfrm>
        </p:spPr>
        <p:txBody>
          <a:bodyPr/>
          <a:lstStyle>
            <a:lvl1pPr marL="0" indent="0">
              <a:buNone/>
              <a:defRPr b="0" i="0"/>
            </a:lvl1pPr>
            <a:lvl2pPr marL="457200" indent="0">
              <a:buNone/>
              <a:defRPr b="0" i="0"/>
            </a:lvl2pPr>
            <a:lvl3pPr marL="914400" indent="0">
              <a:buNone/>
              <a:defRPr b="0" i="0"/>
            </a:lvl3pPr>
            <a:lvl4pPr marL="1371600" indent="0">
              <a:buNone/>
              <a:defRPr b="0" i="0"/>
            </a:lvl4pPr>
            <a:lvl5pPr marL="1828800" indent="0">
              <a:buNone/>
              <a:defRPr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4077968" y="401781"/>
            <a:ext cx="3896519" cy="1094509"/>
          </a:xfrm>
        </p:spPr>
        <p:txBody>
          <a:bodyPr anchor="b">
            <a:normAutofit/>
          </a:bodyPr>
          <a:lstStyle>
            <a:lvl1pPr>
              <a:defRPr sz="3200"/>
            </a:lvl1pPr>
          </a:lstStyle>
          <a:p>
            <a:r>
              <a:rPr lang="en-US"/>
              <a:t>Click to edit Master title style</a:t>
            </a:r>
          </a:p>
        </p:txBody>
      </p:sp>
      <p:sp>
        <p:nvSpPr>
          <p:cNvPr id="9" name="Text Placeholder 6">
            <a:extLst>
              <a:ext uri="{FF2B5EF4-FFF2-40B4-BE49-F238E27FC236}">
                <a16:creationId xmlns:a16="http://schemas.microsoft.com/office/drawing/2014/main" id="{4CDEBD39-CAFB-764B-A906-1F6F43175C3A}"/>
              </a:ext>
            </a:extLst>
          </p:cNvPr>
          <p:cNvSpPr>
            <a:spLocks noGrp="1"/>
          </p:cNvSpPr>
          <p:nvPr>
            <p:ph type="body" sz="quarter" idx="15"/>
          </p:nvPr>
        </p:nvSpPr>
        <p:spPr>
          <a:xfrm>
            <a:off x="8471055" y="4281054"/>
            <a:ext cx="3328194"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C18EBCA8-64DD-DE4F-8610-06030AD6F5B2}"/>
              </a:ext>
            </a:extLst>
          </p:cNvPr>
          <p:cNvSpPr>
            <a:spLocks noGrp="1"/>
          </p:cNvSpPr>
          <p:nvPr>
            <p:ph type="body" sz="quarter" idx="16"/>
          </p:nvPr>
        </p:nvSpPr>
        <p:spPr>
          <a:xfrm>
            <a:off x="8465849" y="1732683"/>
            <a:ext cx="3333400" cy="2548371"/>
          </a:xfrm>
        </p:spPr>
        <p:txBody>
          <a:bodyPr anchor="b"/>
          <a:lstStyle>
            <a:lvl1pPr marL="0" indent="0">
              <a:buNone/>
              <a:defRPr b="1" i="0" cap="all" baseline="0">
                <a:latin typeface="Oswald SemiBold" pitchFamily="2" charset="77"/>
              </a:defRPr>
            </a:lvl1pPr>
            <a:lvl2pPr marL="457200" indent="0">
              <a:buNone/>
              <a:defRPr b="1" i="0" cap="all" baseline="0">
                <a:latin typeface="Oswald SemiBold" pitchFamily="2" charset="77"/>
              </a:defRPr>
            </a:lvl2pPr>
            <a:lvl3pPr marL="914400" indent="0">
              <a:buNone/>
              <a:defRPr b="1" i="0" cap="all" baseline="0">
                <a:latin typeface="Oswald SemiBold" pitchFamily="2" charset="77"/>
              </a:defRPr>
            </a:lvl3pPr>
            <a:lvl4pPr marL="1371600" indent="0">
              <a:buNone/>
              <a:defRPr b="1" i="0" cap="all" baseline="0">
                <a:latin typeface="Oswald SemiBold" pitchFamily="2" charset="77"/>
              </a:defRPr>
            </a:lvl4pPr>
            <a:lvl5pPr marL="1828800" indent="0">
              <a:buNone/>
              <a:defRPr b="1" i="0" cap="all" baseline="0">
                <a:latin typeface="Oswald SemiBold" pitchFamily="2" charset="77"/>
              </a:defRPr>
            </a:lvl5pPr>
          </a:lstStyle>
          <a:p>
            <a:pPr lvl="0"/>
            <a:r>
              <a:rPr lang="en-US"/>
              <a:t>Click to edit Master text styles</a:t>
            </a:r>
          </a:p>
        </p:txBody>
      </p:sp>
    </p:spTree>
    <p:extLst>
      <p:ext uri="{BB962C8B-B14F-4D97-AF65-F5344CB8AC3E}">
        <p14:creationId xmlns:p14="http://schemas.microsoft.com/office/powerpoint/2010/main" val="126222688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497475"/>
            <a:ext cx="11443710" cy="1200872"/>
          </a:xfrm>
        </p:spPr>
        <p:txBody>
          <a:bodyPr>
            <a:normAutofit/>
          </a:bodyPr>
          <a:lstStyle>
            <a:lvl1pPr algn="ctr">
              <a:defRPr sz="54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Text Placeholder 6">
            <a:extLst>
              <a:ext uri="{FF2B5EF4-FFF2-40B4-BE49-F238E27FC236}">
                <a16:creationId xmlns:a16="http://schemas.microsoft.com/office/drawing/2014/main" id="{9BC722EB-B0D0-6649-BCC8-01F41F6B3FED}"/>
              </a:ext>
            </a:extLst>
          </p:cNvPr>
          <p:cNvSpPr>
            <a:spLocks noGrp="1"/>
          </p:cNvSpPr>
          <p:nvPr>
            <p:ph type="body" sz="quarter" idx="15"/>
          </p:nvPr>
        </p:nvSpPr>
        <p:spPr>
          <a:xfrm>
            <a:off x="374146" y="2228131"/>
            <a:ext cx="3466088" cy="1200872"/>
          </a:xfrm>
        </p:spPr>
        <p:txBody>
          <a:bodyPr anchor="b">
            <a:noAutofit/>
          </a:bodyPr>
          <a:lstStyle>
            <a:lvl1pPr marL="0" indent="0" algn="l">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9" name="Text Placeholder 6">
            <a:extLst>
              <a:ext uri="{FF2B5EF4-FFF2-40B4-BE49-F238E27FC236}">
                <a16:creationId xmlns:a16="http://schemas.microsoft.com/office/drawing/2014/main" id="{AA6247AD-6A28-DA4E-9856-B0457ACF3CE2}"/>
              </a:ext>
            </a:extLst>
          </p:cNvPr>
          <p:cNvSpPr>
            <a:spLocks noGrp="1"/>
          </p:cNvSpPr>
          <p:nvPr>
            <p:ph type="body" sz="quarter" idx="16"/>
          </p:nvPr>
        </p:nvSpPr>
        <p:spPr>
          <a:xfrm>
            <a:off x="4362956" y="2228130"/>
            <a:ext cx="3466088" cy="1200872"/>
          </a:xfrm>
        </p:spPr>
        <p:txBody>
          <a:bodyPr anchor="b">
            <a:noAutofit/>
          </a:bodyPr>
          <a:lstStyle>
            <a:lvl1pPr marL="0" indent="0" algn="l">
              <a:buNone/>
              <a:defRPr sz="2400" b="1" i="0" cap="all" baseline="0">
                <a:latin typeface="Oswald SemiBold" pitchFamily="2" charset="77"/>
              </a:defRPr>
            </a:lvl1pPr>
            <a:lvl2pPr marL="457200" indent="0">
              <a:buNone/>
              <a:defRPr sz="1600" b="1" i="0" cap="all" baseline="0">
                <a:latin typeface="Oswald SemiBold" pitchFamily="2" charset="77"/>
              </a:defRPr>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8351766" y="2228129"/>
            <a:ext cx="3466088" cy="1200872"/>
          </a:xfrm>
        </p:spPr>
        <p:txBody>
          <a:bodyPr anchor="b">
            <a:noAutofit/>
          </a:bodyPr>
          <a:lstStyle>
            <a:lvl1pPr marL="0" indent="0" algn="l">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1" name="Text Placeholder 6">
            <a:extLst>
              <a:ext uri="{FF2B5EF4-FFF2-40B4-BE49-F238E27FC236}">
                <a16:creationId xmlns:a16="http://schemas.microsoft.com/office/drawing/2014/main" id="{6D6EB1DA-ED53-6F49-9F06-388137EB17DF}"/>
              </a:ext>
            </a:extLst>
          </p:cNvPr>
          <p:cNvSpPr>
            <a:spLocks noGrp="1"/>
          </p:cNvSpPr>
          <p:nvPr>
            <p:ph type="body" sz="quarter" idx="18"/>
          </p:nvPr>
        </p:nvSpPr>
        <p:spPr>
          <a:xfrm>
            <a:off x="374144" y="3429002"/>
            <a:ext cx="3466088" cy="1938771"/>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2" name="Text Placeholder 6">
            <a:extLst>
              <a:ext uri="{FF2B5EF4-FFF2-40B4-BE49-F238E27FC236}">
                <a16:creationId xmlns:a16="http://schemas.microsoft.com/office/drawing/2014/main" id="{96056064-94F0-8141-8549-E2C1A2D1761C}"/>
              </a:ext>
            </a:extLst>
          </p:cNvPr>
          <p:cNvSpPr>
            <a:spLocks noGrp="1"/>
          </p:cNvSpPr>
          <p:nvPr>
            <p:ph type="body" sz="quarter" idx="19"/>
          </p:nvPr>
        </p:nvSpPr>
        <p:spPr>
          <a:xfrm>
            <a:off x="4362956" y="3429001"/>
            <a:ext cx="3466088" cy="1938771"/>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3" name="Text Placeholder 6">
            <a:extLst>
              <a:ext uri="{FF2B5EF4-FFF2-40B4-BE49-F238E27FC236}">
                <a16:creationId xmlns:a16="http://schemas.microsoft.com/office/drawing/2014/main" id="{07D5D29D-8CE0-5C49-BAFD-C85F34BEDD82}"/>
              </a:ext>
            </a:extLst>
          </p:cNvPr>
          <p:cNvSpPr>
            <a:spLocks noGrp="1"/>
          </p:cNvSpPr>
          <p:nvPr>
            <p:ph type="body" sz="quarter" idx="20"/>
          </p:nvPr>
        </p:nvSpPr>
        <p:spPr>
          <a:xfrm>
            <a:off x="8351764" y="3429000"/>
            <a:ext cx="3466088" cy="1938771"/>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Tree>
    <p:extLst>
      <p:ext uri="{BB962C8B-B14F-4D97-AF65-F5344CB8AC3E}">
        <p14:creationId xmlns:p14="http://schemas.microsoft.com/office/powerpoint/2010/main" val="396202219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497475"/>
            <a:ext cx="11443710" cy="1200872"/>
          </a:xfrm>
        </p:spPr>
        <p:txBody>
          <a:bodyPr>
            <a:normAutofit/>
          </a:bodyPr>
          <a:lstStyle>
            <a:lvl1pPr algn="ctr">
              <a:defRPr sz="54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Text Placeholder 6">
            <a:extLst>
              <a:ext uri="{FF2B5EF4-FFF2-40B4-BE49-F238E27FC236}">
                <a16:creationId xmlns:a16="http://schemas.microsoft.com/office/drawing/2014/main" id="{9BC722EB-B0D0-6649-BCC8-01F41F6B3FED}"/>
              </a:ext>
            </a:extLst>
          </p:cNvPr>
          <p:cNvSpPr>
            <a:spLocks noGrp="1"/>
          </p:cNvSpPr>
          <p:nvPr>
            <p:ph type="body" sz="quarter" idx="15"/>
          </p:nvPr>
        </p:nvSpPr>
        <p:spPr>
          <a:xfrm>
            <a:off x="374145" y="2972410"/>
            <a:ext cx="3650745" cy="1200872"/>
          </a:xfrm>
        </p:spPr>
        <p:txBody>
          <a:bodyPr anchor="b">
            <a:noAutofit/>
          </a:bodyPr>
          <a:lstStyle>
            <a:lvl1pPr marL="0" indent="0" algn="ctr">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9" name="Text Placeholder 6">
            <a:extLst>
              <a:ext uri="{FF2B5EF4-FFF2-40B4-BE49-F238E27FC236}">
                <a16:creationId xmlns:a16="http://schemas.microsoft.com/office/drawing/2014/main" id="{AA6247AD-6A28-DA4E-9856-B0457ACF3CE2}"/>
              </a:ext>
            </a:extLst>
          </p:cNvPr>
          <p:cNvSpPr>
            <a:spLocks noGrp="1"/>
          </p:cNvSpPr>
          <p:nvPr>
            <p:ph type="body" sz="quarter" idx="16"/>
          </p:nvPr>
        </p:nvSpPr>
        <p:spPr>
          <a:xfrm>
            <a:off x="4270629" y="2972409"/>
            <a:ext cx="3650745" cy="1200872"/>
          </a:xfrm>
        </p:spPr>
        <p:txBody>
          <a:bodyPr anchor="b">
            <a:noAutofit/>
          </a:bodyPr>
          <a:lstStyle>
            <a:lvl1pPr marL="0" indent="0" algn="ctr">
              <a:buNone/>
              <a:defRPr sz="2400" b="1" i="0" cap="all" baseline="0">
                <a:latin typeface="Oswald SemiBold" pitchFamily="2" charset="77"/>
              </a:defRPr>
            </a:lvl1pPr>
            <a:lvl2pPr marL="457200" indent="0">
              <a:buNone/>
              <a:defRPr sz="1600" b="1" i="0" cap="all" baseline="0">
                <a:latin typeface="Oswald SemiBold" pitchFamily="2" charset="77"/>
              </a:defRPr>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8167112" y="2972408"/>
            <a:ext cx="3650745" cy="1200872"/>
          </a:xfrm>
        </p:spPr>
        <p:txBody>
          <a:bodyPr anchor="b">
            <a:noAutofit/>
          </a:bodyPr>
          <a:lstStyle>
            <a:lvl1pPr marL="0" indent="0" algn="ctr">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1" name="Text Placeholder 6">
            <a:extLst>
              <a:ext uri="{FF2B5EF4-FFF2-40B4-BE49-F238E27FC236}">
                <a16:creationId xmlns:a16="http://schemas.microsoft.com/office/drawing/2014/main" id="{6D6EB1DA-ED53-6F49-9F06-388137EB17DF}"/>
              </a:ext>
            </a:extLst>
          </p:cNvPr>
          <p:cNvSpPr>
            <a:spLocks noGrp="1"/>
          </p:cNvSpPr>
          <p:nvPr>
            <p:ph type="body" sz="quarter" idx="18"/>
          </p:nvPr>
        </p:nvSpPr>
        <p:spPr>
          <a:xfrm>
            <a:off x="374143" y="4173281"/>
            <a:ext cx="3650745"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2" name="Text Placeholder 6">
            <a:extLst>
              <a:ext uri="{FF2B5EF4-FFF2-40B4-BE49-F238E27FC236}">
                <a16:creationId xmlns:a16="http://schemas.microsoft.com/office/drawing/2014/main" id="{96056064-94F0-8141-8549-E2C1A2D1761C}"/>
              </a:ext>
            </a:extLst>
          </p:cNvPr>
          <p:cNvSpPr>
            <a:spLocks noGrp="1"/>
          </p:cNvSpPr>
          <p:nvPr>
            <p:ph type="body" sz="quarter" idx="19"/>
          </p:nvPr>
        </p:nvSpPr>
        <p:spPr>
          <a:xfrm>
            <a:off x="4270627" y="4173280"/>
            <a:ext cx="3650745"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3" name="Text Placeholder 6">
            <a:extLst>
              <a:ext uri="{FF2B5EF4-FFF2-40B4-BE49-F238E27FC236}">
                <a16:creationId xmlns:a16="http://schemas.microsoft.com/office/drawing/2014/main" id="{07D5D29D-8CE0-5C49-BAFD-C85F34BEDD82}"/>
              </a:ext>
            </a:extLst>
          </p:cNvPr>
          <p:cNvSpPr>
            <a:spLocks noGrp="1"/>
          </p:cNvSpPr>
          <p:nvPr>
            <p:ph type="body" sz="quarter" idx="20"/>
          </p:nvPr>
        </p:nvSpPr>
        <p:spPr>
          <a:xfrm>
            <a:off x="8167110" y="4173279"/>
            <a:ext cx="3650745"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Tree>
    <p:extLst>
      <p:ext uri="{BB962C8B-B14F-4D97-AF65-F5344CB8AC3E}">
        <p14:creationId xmlns:p14="http://schemas.microsoft.com/office/powerpoint/2010/main" val="139052531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hasCustomPrompt="1"/>
          </p:nvPr>
        </p:nvSpPr>
        <p:spPr>
          <a:xfrm>
            <a:off x="374145" y="497475"/>
            <a:ext cx="11443710" cy="1200872"/>
          </a:xfrm>
        </p:spPr>
        <p:txBody>
          <a:bodyPr>
            <a:normAutofit/>
          </a:bodyPr>
          <a:lstStyle>
            <a:lvl1pPr algn="ctr">
              <a:defRPr sz="5400"/>
            </a:lvl1pPr>
          </a:lstStyle>
          <a:p>
            <a:r>
              <a:rPr lang="en-US"/>
              <a:t>circle background</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Text Placeholder 6">
            <a:extLst>
              <a:ext uri="{FF2B5EF4-FFF2-40B4-BE49-F238E27FC236}">
                <a16:creationId xmlns:a16="http://schemas.microsoft.com/office/drawing/2014/main" id="{9BC722EB-B0D0-6649-BCC8-01F41F6B3FED}"/>
              </a:ext>
            </a:extLst>
          </p:cNvPr>
          <p:cNvSpPr>
            <a:spLocks noGrp="1"/>
          </p:cNvSpPr>
          <p:nvPr>
            <p:ph type="body" sz="quarter" idx="15"/>
          </p:nvPr>
        </p:nvSpPr>
        <p:spPr>
          <a:xfrm>
            <a:off x="374145" y="2972410"/>
            <a:ext cx="3650745" cy="1200872"/>
          </a:xfrm>
        </p:spPr>
        <p:txBody>
          <a:bodyPr anchor="b">
            <a:noAutofit/>
          </a:bodyPr>
          <a:lstStyle>
            <a:lvl1pPr marL="0" indent="0" algn="ctr">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9" name="Text Placeholder 6">
            <a:extLst>
              <a:ext uri="{FF2B5EF4-FFF2-40B4-BE49-F238E27FC236}">
                <a16:creationId xmlns:a16="http://schemas.microsoft.com/office/drawing/2014/main" id="{AA6247AD-6A28-DA4E-9856-B0457ACF3CE2}"/>
              </a:ext>
            </a:extLst>
          </p:cNvPr>
          <p:cNvSpPr>
            <a:spLocks noGrp="1"/>
          </p:cNvSpPr>
          <p:nvPr>
            <p:ph type="body" sz="quarter" idx="16"/>
          </p:nvPr>
        </p:nvSpPr>
        <p:spPr>
          <a:xfrm>
            <a:off x="4270629" y="2972409"/>
            <a:ext cx="3650745" cy="1200872"/>
          </a:xfrm>
        </p:spPr>
        <p:txBody>
          <a:bodyPr anchor="b">
            <a:noAutofit/>
          </a:bodyPr>
          <a:lstStyle>
            <a:lvl1pPr marL="0" indent="0" algn="ctr">
              <a:buNone/>
              <a:defRPr sz="2400" b="1" i="0" cap="all" baseline="0">
                <a:latin typeface="Oswald SemiBold" pitchFamily="2" charset="77"/>
              </a:defRPr>
            </a:lvl1pPr>
            <a:lvl2pPr marL="457200" indent="0">
              <a:buNone/>
              <a:defRPr sz="1600" b="1" i="0" cap="all" baseline="0">
                <a:latin typeface="Oswald SemiBold" pitchFamily="2" charset="77"/>
              </a:defRPr>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8167112" y="2972408"/>
            <a:ext cx="3650745" cy="1200872"/>
          </a:xfrm>
        </p:spPr>
        <p:txBody>
          <a:bodyPr anchor="b">
            <a:noAutofit/>
          </a:bodyPr>
          <a:lstStyle>
            <a:lvl1pPr marL="0" indent="0" algn="ctr">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1" name="Text Placeholder 6">
            <a:extLst>
              <a:ext uri="{FF2B5EF4-FFF2-40B4-BE49-F238E27FC236}">
                <a16:creationId xmlns:a16="http://schemas.microsoft.com/office/drawing/2014/main" id="{6D6EB1DA-ED53-6F49-9F06-388137EB17DF}"/>
              </a:ext>
            </a:extLst>
          </p:cNvPr>
          <p:cNvSpPr>
            <a:spLocks noGrp="1"/>
          </p:cNvSpPr>
          <p:nvPr>
            <p:ph type="body" sz="quarter" idx="18"/>
          </p:nvPr>
        </p:nvSpPr>
        <p:spPr>
          <a:xfrm>
            <a:off x="374143" y="4173281"/>
            <a:ext cx="3650745" cy="1938771"/>
          </a:xfrm>
        </p:spPr>
        <p:txBody>
          <a:bodyPr>
            <a:noAutofit/>
          </a:bodyPr>
          <a:lstStyle>
            <a:lvl1pPr marL="0" indent="0" algn="ctr">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2" name="Text Placeholder 6">
            <a:extLst>
              <a:ext uri="{FF2B5EF4-FFF2-40B4-BE49-F238E27FC236}">
                <a16:creationId xmlns:a16="http://schemas.microsoft.com/office/drawing/2014/main" id="{96056064-94F0-8141-8549-E2C1A2D1761C}"/>
              </a:ext>
            </a:extLst>
          </p:cNvPr>
          <p:cNvSpPr>
            <a:spLocks noGrp="1"/>
          </p:cNvSpPr>
          <p:nvPr>
            <p:ph type="body" sz="quarter" idx="19"/>
          </p:nvPr>
        </p:nvSpPr>
        <p:spPr>
          <a:xfrm>
            <a:off x="4270627" y="4173280"/>
            <a:ext cx="3650745" cy="1938771"/>
          </a:xfrm>
        </p:spPr>
        <p:txBody>
          <a:bodyPr>
            <a:noAutofit/>
          </a:bodyPr>
          <a:lstStyle>
            <a:lvl1pPr marL="0" indent="0" algn="ctr">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3" name="Text Placeholder 6">
            <a:extLst>
              <a:ext uri="{FF2B5EF4-FFF2-40B4-BE49-F238E27FC236}">
                <a16:creationId xmlns:a16="http://schemas.microsoft.com/office/drawing/2014/main" id="{07D5D29D-8CE0-5C49-BAFD-C85F34BEDD82}"/>
              </a:ext>
            </a:extLst>
          </p:cNvPr>
          <p:cNvSpPr>
            <a:spLocks noGrp="1"/>
          </p:cNvSpPr>
          <p:nvPr>
            <p:ph type="body" sz="quarter" idx="20"/>
          </p:nvPr>
        </p:nvSpPr>
        <p:spPr>
          <a:xfrm>
            <a:off x="8167110" y="4173279"/>
            <a:ext cx="3650745" cy="1938771"/>
          </a:xfrm>
        </p:spPr>
        <p:txBody>
          <a:bodyPr>
            <a:noAutofit/>
          </a:bodyPr>
          <a:lstStyle>
            <a:lvl1pPr marL="0" indent="0" algn="ctr">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Tree>
    <p:extLst>
      <p:ext uri="{BB962C8B-B14F-4D97-AF65-F5344CB8AC3E}">
        <p14:creationId xmlns:p14="http://schemas.microsoft.com/office/powerpoint/2010/main" val="142090320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497475"/>
            <a:ext cx="11443710" cy="1200872"/>
          </a:xfrm>
        </p:spPr>
        <p:txBody>
          <a:bodyPr>
            <a:noAutofit/>
          </a:bodyPr>
          <a:lstStyle>
            <a:lvl1pPr algn="ctr">
              <a:defRPr sz="6600">
                <a:solidFill>
                  <a:schemeClr val="accent1">
                    <a:lumMod val="10000"/>
                    <a:lumOff val="90000"/>
                  </a:schemeClr>
                </a:solidFill>
              </a:defRPr>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Text Placeholder 6">
            <a:extLst>
              <a:ext uri="{FF2B5EF4-FFF2-40B4-BE49-F238E27FC236}">
                <a16:creationId xmlns:a16="http://schemas.microsoft.com/office/drawing/2014/main" id="{9BC722EB-B0D0-6649-BCC8-01F41F6B3FED}"/>
              </a:ext>
            </a:extLst>
          </p:cNvPr>
          <p:cNvSpPr>
            <a:spLocks noGrp="1"/>
          </p:cNvSpPr>
          <p:nvPr>
            <p:ph type="body" sz="quarter" idx="15"/>
          </p:nvPr>
        </p:nvSpPr>
        <p:spPr>
          <a:xfrm>
            <a:off x="374145" y="2403642"/>
            <a:ext cx="3650745" cy="742077"/>
          </a:xfrm>
        </p:spPr>
        <p:txBody>
          <a:bodyPr anchor="b">
            <a:noAutofit/>
          </a:bodyPr>
          <a:lstStyle>
            <a:lvl1pPr marL="0" indent="0" algn="l">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9" name="Text Placeholder 6">
            <a:extLst>
              <a:ext uri="{FF2B5EF4-FFF2-40B4-BE49-F238E27FC236}">
                <a16:creationId xmlns:a16="http://schemas.microsoft.com/office/drawing/2014/main" id="{AA6247AD-6A28-DA4E-9856-B0457ACF3CE2}"/>
              </a:ext>
            </a:extLst>
          </p:cNvPr>
          <p:cNvSpPr>
            <a:spLocks noGrp="1"/>
          </p:cNvSpPr>
          <p:nvPr>
            <p:ph type="body" sz="quarter" idx="16"/>
          </p:nvPr>
        </p:nvSpPr>
        <p:spPr>
          <a:xfrm>
            <a:off x="4270629" y="2403641"/>
            <a:ext cx="3650745" cy="742077"/>
          </a:xfrm>
        </p:spPr>
        <p:txBody>
          <a:bodyPr anchor="b">
            <a:noAutofit/>
          </a:bodyPr>
          <a:lstStyle>
            <a:lvl1pPr marL="0" indent="0" algn="l">
              <a:buNone/>
              <a:defRPr sz="2400" b="1" i="0" cap="all" baseline="0">
                <a:latin typeface="Oswald SemiBold" pitchFamily="2" charset="77"/>
              </a:defRPr>
            </a:lvl1pPr>
            <a:lvl2pPr marL="457200" indent="0">
              <a:buNone/>
              <a:defRPr sz="1600" b="1" i="0" cap="all" baseline="0">
                <a:latin typeface="Oswald SemiBold" pitchFamily="2" charset="77"/>
              </a:defRPr>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8167112" y="2403640"/>
            <a:ext cx="3650745" cy="742077"/>
          </a:xfrm>
        </p:spPr>
        <p:txBody>
          <a:bodyPr anchor="b">
            <a:noAutofit/>
          </a:bodyPr>
          <a:lstStyle>
            <a:lvl1pPr marL="0" indent="0" algn="l">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1" name="Text Placeholder 6">
            <a:extLst>
              <a:ext uri="{FF2B5EF4-FFF2-40B4-BE49-F238E27FC236}">
                <a16:creationId xmlns:a16="http://schemas.microsoft.com/office/drawing/2014/main" id="{6D6EB1DA-ED53-6F49-9F06-388137EB17DF}"/>
              </a:ext>
            </a:extLst>
          </p:cNvPr>
          <p:cNvSpPr>
            <a:spLocks noGrp="1"/>
          </p:cNvSpPr>
          <p:nvPr>
            <p:ph type="body" sz="quarter" idx="18"/>
          </p:nvPr>
        </p:nvSpPr>
        <p:spPr>
          <a:xfrm>
            <a:off x="374143" y="3145719"/>
            <a:ext cx="3650745" cy="742077"/>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2" name="Text Placeholder 6">
            <a:extLst>
              <a:ext uri="{FF2B5EF4-FFF2-40B4-BE49-F238E27FC236}">
                <a16:creationId xmlns:a16="http://schemas.microsoft.com/office/drawing/2014/main" id="{96056064-94F0-8141-8549-E2C1A2D1761C}"/>
              </a:ext>
            </a:extLst>
          </p:cNvPr>
          <p:cNvSpPr>
            <a:spLocks noGrp="1"/>
          </p:cNvSpPr>
          <p:nvPr>
            <p:ph type="body" sz="quarter" idx="19"/>
          </p:nvPr>
        </p:nvSpPr>
        <p:spPr>
          <a:xfrm>
            <a:off x="4270627" y="3145718"/>
            <a:ext cx="3650745" cy="742077"/>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3" name="Text Placeholder 6">
            <a:extLst>
              <a:ext uri="{FF2B5EF4-FFF2-40B4-BE49-F238E27FC236}">
                <a16:creationId xmlns:a16="http://schemas.microsoft.com/office/drawing/2014/main" id="{07D5D29D-8CE0-5C49-BAFD-C85F34BEDD82}"/>
              </a:ext>
            </a:extLst>
          </p:cNvPr>
          <p:cNvSpPr>
            <a:spLocks noGrp="1"/>
          </p:cNvSpPr>
          <p:nvPr>
            <p:ph type="body" sz="quarter" idx="20"/>
          </p:nvPr>
        </p:nvSpPr>
        <p:spPr>
          <a:xfrm>
            <a:off x="8167110" y="3145717"/>
            <a:ext cx="3650745" cy="742077"/>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4" name="Text Placeholder 6">
            <a:extLst>
              <a:ext uri="{FF2B5EF4-FFF2-40B4-BE49-F238E27FC236}">
                <a16:creationId xmlns:a16="http://schemas.microsoft.com/office/drawing/2014/main" id="{5F725F5F-29EC-7A46-867A-CB9D50B0EE00}"/>
              </a:ext>
            </a:extLst>
          </p:cNvPr>
          <p:cNvSpPr>
            <a:spLocks noGrp="1"/>
          </p:cNvSpPr>
          <p:nvPr>
            <p:ph type="body" sz="quarter" idx="21"/>
          </p:nvPr>
        </p:nvSpPr>
        <p:spPr>
          <a:xfrm>
            <a:off x="374143" y="4704781"/>
            <a:ext cx="3650745" cy="742077"/>
          </a:xfrm>
        </p:spPr>
        <p:txBody>
          <a:bodyPr anchor="b">
            <a:noAutofit/>
          </a:bodyPr>
          <a:lstStyle>
            <a:lvl1pPr marL="0" indent="0" algn="l">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5" name="Text Placeholder 6">
            <a:extLst>
              <a:ext uri="{FF2B5EF4-FFF2-40B4-BE49-F238E27FC236}">
                <a16:creationId xmlns:a16="http://schemas.microsoft.com/office/drawing/2014/main" id="{9B1D89C0-DF86-9545-9067-BA2DAC653A4C}"/>
              </a:ext>
            </a:extLst>
          </p:cNvPr>
          <p:cNvSpPr>
            <a:spLocks noGrp="1"/>
          </p:cNvSpPr>
          <p:nvPr>
            <p:ph type="body" sz="quarter" idx="22"/>
          </p:nvPr>
        </p:nvSpPr>
        <p:spPr>
          <a:xfrm>
            <a:off x="4270627" y="4704780"/>
            <a:ext cx="3650745" cy="742077"/>
          </a:xfrm>
        </p:spPr>
        <p:txBody>
          <a:bodyPr anchor="b">
            <a:noAutofit/>
          </a:bodyPr>
          <a:lstStyle>
            <a:lvl1pPr marL="0" indent="0" algn="l">
              <a:buNone/>
              <a:defRPr sz="2400" b="1" i="0" cap="all" baseline="0">
                <a:latin typeface="Oswald SemiBold" pitchFamily="2" charset="77"/>
              </a:defRPr>
            </a:lvl1pPr>
            <a:lvl2pPr marL="457200" indent="0">
              <a:buNone/>
              <a:defRPr sz="1600" b="1" i="0" cap="all" baseline="0">
                <a:latin typeface="Oswald SemiBold" pitchFamily="2" charset="77"/>
              </a:defRPr>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6" name="Text Placeholder 6">
            <a:extLst>
              <a:ext uri="{FF2B5EF4-FFF2-40B4-BE49-F238E27FC236}">
                <a16:creationId xmlns:a16="http://schemas.microsoft.com/office/drawing/2014/main" id="{44CABBFD-2B5D-444F-B158-905AE8E47C75}"/>
              </a:ext>
            </a:extLst>
          </p:cNvPr>
          <p:cNvSpPr>
            <a:spLocks noGrp="1"/>
          </p:cNvSpPr>
          <p:nvPr>
            <p:ph type="body" sz="quarter" idx="23"/>
          </p:nvPr>
        </p:nvSpPr>
        <p:spPr>
          <a:xfrm>
            <a:off x="8167110" y="4704779"/>
            <a:ext cx="3650745" cy="742077"/>
          </a:xfrm>
        </p:spPr>
        <p:txBody>
          <a:bodyPr anchor="b">
            <a:noAutofit/>
          </a:bodyPr>
          <a:lstStyle>
            <a:lvl1pPr marL="0" indent="0" algn="l">
              <a:buNone/>
              <a:defRPr sz="2400" b="1" i="0" cap="all" baseline="0">
                <a:latin typeface="Oswald SemiBold" pitchFamily="2" charset="77"/>
              </a:defRPr>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7" name="Text Placeholder 6">
            <a:extLst>
              <a:ext uri="{FF2B5EF4-FFF2-40B4-BE49-F238E27FC236}">
                <a16:creationId xmlns:a16="http://schemas.microsoft.com/office/drawing/2014/main" id="{C54232E4-32B2-BD43-9691-9BBD9351E4EB}"/>
              </a:ext>
            </a:extLst>
          </p:cNvPr>
          <p:cNvSpPr>
            <a:spLocks noGrp="1"/>
          </p:cNvSpPr>
          <p:nvPr>
            <p:ph type="body" sz="quarter" idx="24"/>
          </p:nvPr>
        </p:nvSpPr>
        <p:spPr>
          <a:xfrm>
            <a:off x="374141" y="5446858"/>
            <a:ext cx="3650745" cy="742077"/>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8" name="Text Placeholder 6">
            <a:extLst>
              <a:ext uri="{FF2B5EF4-FFF2-40B4-BE49-F238E27FC236}">
                <a16:creationId xmlns:a16="http://schemas.microsoft.com/office/drawing/2014/main" id="{8C0A11A7-0907-614C-8968-1586880AB596}"/>
              </a:ext>
            </a:extLst>
          </p:cNvPr>
          <p:cNvSpPr>
            <a:spLocks noGrp="1"/>
          </p:cNvSpPr>
          <p:nvPr>
            <p:ph type="body" sz="quarter" idx="25"/>
          </p:nvPr>
        </p:nvSpPr>
        <p:spPr>
          <a:xfrm>
            <a:off x="4270625" y="5446857"/>
            <a:ext cx="3650745" cy="742077"/>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
        <p:nvSpPr>
          <p:cNvPr id="19" name="Text Placeholder 6">
            <a:extLst>
              <a:ext uri="{FF2B5EF4-FFF2-40B4-BE49-F238E27FC236}">
                <a16:creationId xmlns:a16="http://schemas.microsoft.com/office/drawing/2014/main" id="{682C0728-65EA-464F-9DD9-96CB9AFFB3C8}"/>
              </a:ext>
            </a:extLst>
          </p:cNvPr>
          <p:cNvSpPr>
            <a:spLocks noGrp="1"/>
          </p:cNvSpPr>
          <p:nvPr>
            <p:ph type="body" sz="quarter" idx="26"/>
          </p:nvPr>
        </p:nvSpPr>
        <p:spPr>
          <a:xfrm>
            <a:off x="8167108" y="5446856"/>
            <a:ext cx="3650745" cy="742077"/>
          </a:xfrm>
        </p:spPr>
        <p:txBody>
          <a:bodyPr>
            <a:noAutofit/>
          </a:bodyPr>
          <a:lstStyle>
            <a:lvl1pPr marL="0" indent="0" algn="l">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p:txBody>
      </p:sp>
    </p:spTree>
    <p:extLst>
      <p:ext uri="{BB962C8B-B14F-4D97-AF65-F5344CB8AC3E}">
        <p14:creationId xmlns:p14="http://schemas.microsoft.com/office/powerpoint/2010/main" val="371177937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Text Placeholder 6">
            <a:extLst>
              <a:ext uri="{FF2B5EF4-FFF2-40B4-BE49-F238E27FC236}">
                <a16:creationId xmlns:a16="http://schemas.microsoft.com/office/drawing/2014/main" id="{9BC722EB-B0D0-6649-BCC8-01F41F6B3FED}"/>
              </a:ext>
            </a:extLst>
          </p:cNvPr>
          <p:cNvSpPr>
            <a:spLocks noGrp="1"/>
          </p:cNvSpPr>
          <p:nvPr>
            <p:ph type="body" sz="quarter" idx="15"/>
          </p:nvPr>
        </p:nvSpPr>
        <p:spPr>
          <a:xfrm>
            <a:off x="609277" y="4774196"/>
            <a:ext cx="3186688" cy="1325563"/>
          </a:xfrm>
        </p:spPr>
        <p:txBody>
          <a:bodyPr>
            <a:noAutofit/>
          </a:bodyPr>
          <a:lstStyle>
            <a:lvl1pPr marL="0" indent="0">
              <a:buNone/>
              <a:defRPr sz="1800" b="0" i="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Click to edit Master text styles</a:t>
            </a:r>
          </a:p>
        </p:txBody>
      </p:sp>
      <p:sp>
        <p:nvSpPr>
          <p:cNvPr id="9" name="Text Placeholder 6">
            <a:extLst>
              <a:ext uri="{FF2B5EF4-FFF2-40B4-BE49-F238E27FC236}">
                <a16:creationId xmlns:a16="http://schemas.microsoft.com/office/drawing/2014/main" id="{AA6247AD-6A28-DA4E-9856-B0457ACF3CE2}"/>
              </a:ext>
            </a:extLst>
          </p:cNvPr>
          <p:cNvSpPr>
            <a:spLocks noGrp="1"/>
          </p:cNvSpPr>
          <p:nvPr>
            <p:ph type="body" sz="quarter" idx="16"/>
          </p:nvPr>
        </p:nvSpPr>
        <p:spPr>
          <a:xfrm>
            <a:off x="4505761" y="4774195"/>
            <a:ext cx="3186688" cy="1325563"/>
          </a:xfrm>
        </p:spPr>
        <p:txBody>
          <a:bodyPr>
            <a:noAutofit/>
          </a:bodyPr>
          <a:lstStyle>
            <a:lvl1pPr marL="0" indent="0">
              <a:buNone/>
              <a:defRPr sz="1800" b="0" i="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Click to edit Master text styles</a:t>
            </a:r>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8402244" y="4774194"/>
            <a:ext cx="3186688" cy="1325563"/>
          </a:xfrm>
        </p:spPr>
        <p:txBody>
          <a:bodyPr>
            <a:noAutofit/>
          </a:bodyPr>
          <a:lstStyle>
            <a:lvl1pPr marL="0" indent="0">
              <a:buNone/>
              <a:defRPr sz="1800" b="0" i="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Click to edit Master text styles</a:t>
            </a:r>
          </a:p>
        </p:txBody>
      </p:sp>
      <p:sp>
        <p:nvSpPr>
          <p:cNvPr id="11" name="Picture Placeholder 7">
            <a:extLst>
              <a:ext uri="{FF2B5EF4-FFF2-40B4-BE49-F238E27FC236}">
                <a16:creationId xmlns:a16="http://schemas.microsoft.com/office/drawing/2014/main" id="{A110A1B4-AB77-864B-B93F-F28A825262BF}"/>
              </a:ext>
            </a:extLst>
          </p:cNvPr>
          <p:cNvSpPr>
            <a:spLocks noGrp="1"/>
          </p:cNvSpPr>
          <p:nvPr>
            <p:ph type="pic" sz="quarter" idx="13"/>
          </p:nvPr>
        </p:nvSpPr>
        <p:spPr>
          <a:xfrm>
            <a:off x="609276" y="1947278"/>
            <a:ext cx="3186687" cy="2777853"/>
          </a:xfrm>
          <a:solidFill>
            <a:schemeClr val="bg1"/>
          </a:solidFill>
        </p:spPr>
        <p:txBody>
          <a:bodyPr/>
          <a:lstStyle>
            <a:lvl1pPr>
              <a:defRPr b="0" i="0"/>
            </a:lvl1pPr>
          </a:lstStyle>
          <a:p>
            <a:endParaRPr lang="en-US"/>
          </a:p>
        </p:txBody>
      </p:sp>
      <p:sp>
        <p:nvSpPr>
          <p:cNvPr id="12" name="Picture Placeholder 7">
            <a:extLst>
              <a:ext uri="{FF2B5EF4-FFF2-40B4-BE49-F238E27FC236}">
                <a16:creationId xmlns:a16="http://schemas.microsoft.com/office/drawing/2014/main" id="{9911B599-DCFD-2A4C-816B-38B258B7233E}"/>
              </a:ext>
            </a:extLst>
          </p:cNvPr>
          <p:cNvSpPr>
            <a:spLocks noGrp="1"/>
          </p:cNvSpPr>
          <p:nvPr>
            <p:ph type="pic" sz="quarter" idx="14"/>
          </p:nvPr>
        </p:nvSpPr>
        <p:spPr>
          <a:xfrm>
            <a:off x="4505760" y="1947278"/>
            <a:ext cx="3186687" cy="2777853"/>
          </a:xfrm>
          <a:solidFill>
            <a:schemeClr val="bg1"/>
          </a:solidFill>
        </p:spPr>
        <p:txBody>
          <a:bodyPr/>
          <a:lstStyle>
            <a:lvl1pPr>
              <a:defRPr b="0" i="0"/>
            </a:lvl1pPr>
          </a:lstStyle>
          <a:p>
            <a:endParaRPr lang="en-US"/>
          </a:p>
        </p:txBody>
      </p:sp>
      <p:sp>
        <p:nvSpPr>
          <p:cNvPr id="13" name="Picture Placeholder 7">
            <a:extLst>
              <a:ext uri="{FF2B5EF4-FFF2-40B4-BE49-F238E27FC236}">
                <a16:creationId xmlns:a16="http://schemas.microsoft.com/office/drawing/2014/main" id="{741FAB79-2CD0-1F4F-8D6D-89BBDBD10E8F}"/>
              </a:ext>
            </a:extLst>
          </p:cNvPr>
          <p:cNvSpPr>
            <a:spLocks noGrp="1"/>
          </p:cNvSpPr>
          <p:nvPr>
            <p:ph type="pic" sz="quarter" idx="18"/>
          </p:nvPr>
        </p:nvSpPr>
        <p:spPr>
          <a:xfrm>
            <a:off x="8402243" y="1947277"/>
            <a:ext cx="3186687" cy="2777853"/>
          </a:xfrm>
          <a:solidFill>
            <a:schemeClr val="bg1"/>
          </a:solidFill>
        </p:spPr>
        <p:txBody>
          <a:bodyPr/>
          <a:lstStyle>
            <a:lvl1pPr>
              <a:defRPr b="0" i="0"/>
            </a:lvl1pPr>
          </a:lstStyle>
          <a:p>
            <a:endParaRPr lang="en-US"/>
          </a:p>
        </p:txBody>
      </p:sp>
      <p:sp>
        <p:nvSpPr>
          <p:cNvPr id="3" name="Title 2">
            <a:extLst>
              <a:ext uri="{FF2B5EF4-FFF2-40B4-BE49-F238E27FC236}">
                <a16:creationId xmlns:a16="http://schemas.microsoft.com/office/drawing/2014/main" id="{3951CBA4-BF0F-F64D-A26B-C41A89039DEB}"/>
              </a:ext>
            </a:extLst>
          </p:cNvPr>
          <p:cNvSpPr>
            <a:spLocks noGrp="1"/>
          </p:cNvSpPr>
          <p:nvPr>
            <p:ph type="title" hasCustomPrompt="1"/>
          </p:nvPr>
        </p:nvSpPr>
        <p:spPr>
          <a:xfrm>
            <a:off x="609276" y="603183"/>
            <a:ext cx="10979654" cy="810532"/>
          </a:xfrm>
        </p:spPr>
        <p:txBody>
          <a:bodyPr>
            <a:noAutofit/>
          </a:bodyPr>
          <a:lstStyle>
            <a:lvl1pPr algn="ctr">
              <a:defRPr sz="6000">
                <a:solidFill>
                  <a:schemeClr val="accent1">
                    <a:lumMod val="10000"/>
                    <a:lumOff val="90000"/>
                  </a:schemeClr>
                </a:solidFill>
              </a:defRPr>
            </a:lvl1pPr>
          </a:lstStyle>
          <a:p>
            <a:r>
              <a:rPr lang="en-US"/>
              <a:t>lorem ipsum</a:t>
            </a:r>
          </a:p>
        </p:txBody>
      </p:sp>
    </p:spTree>
    <p:extLst>
      <p:ext uri="{BB962C8B-B14F-4D97-AF65-F5344CB8AC3E}">
        <p14:creationId xmlns:p14="http://schemas.microsoft.com/office/powerpoint/2010/main" val="167046617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0" y="0"/>
            <a:ext cx="12192000" cy="3429000"/>
          </a:xfrm>
          <a:solidFill>
            <a:schemeClr val="bg1"/>
          </a:solidFill>
        </p:spPr>
        <p:txBody>
          <a:bodyPr/>
          <a:lstStyle>
            <a:lvl1pPr>
              <a:defRPr b="0" i="0"/>
            </a:lvl1pPr>
          </a:lstStyle>
          <a:p>
            <a:endParaRPr lang="en-US"/>
          </a:p>
        </p:txBody>
      </p:sp>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2635213"/>
            <a:ext cx="11443710" cy="1200872"/>
          </a:xfrm>
        </p:spPr>
        <p:txBody>
          <a:bodyPr>
            <a:normAutofit/>
          </a:bodyPr>
          <a:lstStyle>
            <a:lvl1pPr algn="ctr">
              <a:defRPr sz="54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Text Placeholder 6">
            <a:extLst>
              <a:ext uri="{FF2B5EF4-FFF2-40B4-BE49-F238E27FC236}">
                <a16:creationId xmlns:a16="http://schemas.microsoft.com/office/drawing/2014/main" id="{9BC722EB-B0D0-6649-BCC8-01F41F6B3FED}"/>
              </a:ext>
            </a:extLst>
          </p:cNvPr>
          <p:cNvSpPr>
            <a:spLocks noGrp="1"/>
          </p:cNvSpPr>
          <p:nvPr>
            <p:ph type="body" sz="quarter" idx="15"/>
          </p:nvPr>
        </p:nvSpPr>
        <p:spPr>
          <a:xfrm>
            <a:off x="392736" y="4061401"/>
            <a:ext cx="2634697" cy="1938771"/>
          </a:xfrm>
        </p:spPr>
        <p:txBody>
          <a:bodyP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AA6247AD-6A28-DA4E-9856-B0457ACF3CE2}"/>
              </a:ext>
            </a:extLst>
          </p:cNvPr>
          <p:cNvSpPr>
            <a:spLocks noGrp="1"/>
          </p:cNvSpPr>
          <p:nvPr>
            <p:ph type="body" sz="quarter" idx="16"/>
          </p:nvPr>
        </p:nvSpPr>
        <p:spPr>
          <a:xfrm>
            <a:off x="3316680" y="4061400"/>
            <a:ext cx="2634697" cy="1938771"/>
          </a:xfrm>
        </p:spPr>
        <p:txBody>
          <a:bodyP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6240624" y="4061399"/>
            <a:ext cx="2634697" cy="1938771"/>
          </a:xfrm>
        </p:spPr>
        <p:txBody>
          <a:bodyP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719F3C81-C606-9E45-A76F-3D6A4C159FD0}"/>
              </a:ext>
            </a:extLst>
          </p:cNvPr>
          <p:cNvSpPr>
            <a:spLocks noGrp="1"/>
          </p:cNvSpPr>
          <p:nvPr>
            <p:ph type="body" sz="quarter" idx="18"/>
          </p:nvPr>
        </p:nvSpPr>
        <p:spPr>
          <a:xfrm>
            <a:off x="9164567" y="4061398"/>
            <a:ext cx="2634697" cy="1938771"/>
          </a:xfrm>
        </p:spPr>
        <p:txBody>
          <a:bodyP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589020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0" y="0"/>
            <a:ext cx="12192000" cy="4153989"/>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719F3C81-C606-9E45-A76F-3D6A4C159FD0}"/>
              </a:ext>
            </a:extLst>
          </p:cNvPr>
          <p:cNvSpPr>
            <a:spLocks noGrp="1"/>
          </p:cNvSpPr>
          <p:nvPr>
            <p:ph type="body" sz="quarter" idx="18"/>
          </p:nvPr>
        </p:nvSpPr>
        <p:spPr>
          <a:xfrm>
            <a:off x="6328476" y="5039833"/>
            <a:ext cx="5470790" cy="1453042"/>
          </a:xfrm>
        </p:spPr>
        <p:txBody>
          <a:bodyPr>
            <a:noAutofit/>
          </a:bodyPr>
          <a:lstStyle>
            <a:lvl1pPr marL="0" indent="0">
              <a:buNone/>
              <a:defRPr sz="1400" b="0" i="0"/>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4" name="Text Placeholder 6">
            <a:extLst>
              <a:ext uri="{FF2B5EF4-FFF2-40B4-BE49-F238E27FC236}">
                <a16:creationId xmlns:a16="http://schemas.microsoft.com/office/drawing/2014/main" id="{D328E688-4C96-3741-B36A-E07F7575E2DD}"/>
              </a:ext>
            </a:extLst>
          </p:cNvPr>
          <p:cNvSpPr>
            <a:spLocks noGrp="1"/>
          </p:cNvSpPr>
          <p:nvPr>
            <p:ph type="body" sz="quarter" idx="19"/>
          </p:nvPr>
        </p:nvSpPr>
        <p:spPr>
          <a:xfrm>
            <a:off x="392736" y="5039832"/>
            <a:ext cx="5470790" cy="1453042"/>
          </a:xfrm>
        </p:spPr>
        <p:txBody>
          <a:bodyPr>
            <a:noAutofit/>
          </a:bodyPr>
          <a:lstStyle>
            <a:lvl1pPr marL="0" indent="0">
              <a:buNone/>
              <a:defRPr sz="1400" b="0" i="0"/>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5" name="Text Placeholder 6">
            <a:extLst>
              <a:ext uri="{FF2B5EF4-FFF2-40B4-BE49-F238E27FC236}">
                <a16:creationId xmlns:a16="http://schemas.microsoft.com/office/drawing/2014/main" id="{1E735F7D-60F3-B145-8311-B30F1DF63C93}"/>
              </a:ext>
            </a:extLst>
          </p:cNvPr>
          <p:cNvSpPr>
            <a:spLocks noGrp="1"/>
          </p:cNvSpPr>
          <p:nvPr>
            <p:ph type="body" sz="quarter" idx="20"/>
          </p:nvPr>
        </p:nvSpPr>
        <p:spPr>
          <a:xfrm>
            <a:off x="6328476" y="4469219"/>
            <a:ext cx="5470790" cy="570613"/>
          </a:xfrm>
        </p:spPr>
        <p:txBody>
          <a:bodyPr anchor="b">
            <a:noAutofit/>
          </a:bodyPr>
          <a:lstStyle>
            <a:lvl1pPr marL="0" indent="0">
              <a:buNone/>
              <a:defRPr sz="18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6" name="Text Placeholder 6">
            <a:extLst>
              <a:ext uri="{FF2B5EF4-FFF2-40B4-BE49-F238E27FC236}">
                <a16:creationId xmlns:a16="http://schemas.microsoft.com/office/drawing/2014/main" id="{2852C7C0-65BA-1D4D-8A01-2388FE2C2A08}"/>
              </a:ext>
            </a:extLst>
          </p:cNvPr>
          <p:cNvSpPr>
            <a:spLocks noGrp="1"/>
          </p:cNvSpPr>
          <p:nvPr>
            <p:ph type="body" sz="quarter" idx="21"/>
          </p:nvPr>
        </p:nvSpPr>
        <p:spPr>
          <a:xfrm>
            <a:off x="392736" y="4469218"/>
            <a:ext cx="5470790" cy="570613"/>
          </a:xfrm>
        </p:spPr>
        <p:txBody>
          <a:bodyPr anchor="b">
            <a:noAutofit/>
          </a:bodyPr>
          <a:lstStyle>
            <a:lvl1pPr marL="0" indent="0">
              <a:buNone/>
              <a:defRPr sz="18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143959228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0" y="1"/>
            <a:ext cx="12192000" cy="3428999"/>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719F3C81-C606-9E45-A76F-3D6A4C159FD0}"/>
              </a:ext>
            </a:extLst>
          </p:cNvPr>
          <p:cNvSpPr>
            <a:spLocks noGrp="1"/>
          </p:cNvSpPr>
          <p:nvPr>
            <p:ph type="body" sz="quarter" idx="18"/>
          </p:nvPr>
        </p:nvSpPr>
        <p:spPr>
          <a:xfrm>
            <a:off x="4314662" y="5613991"/>
            <a:ext cx="3562677" cy="850604"/>
          </a:xfrm>
        </p:spPr>
        <p:txBody>
          <a:bodyPr>
            <a:noAutofit/>
          </a:bodyPr>
          <a:lstStyle>
            <a:lvl1pPr marL="0" indent="0">
              <a:buNone/>
              <a:defRPr sz="1400" b="0" i="0"/>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4" name="Text Placeholder 6">
            <a:extLst>
              <a:ext uri="{FF2B5EF4-FFF2-40B4-BE49-F238E27FC236}">
                <a16:creationId xmlns:a16="http://schemas.microsoft.com/office/drawing/2014/main" id="{D328E688-4C96-3741-B36A-E07F7575E2DD}"/>
              </a:ext>
            </a:extLst>
          </p:cNvPr>
          <p:cNvSpPr>
            <a:spLocks noGrp="1"/>
          </p:cNvSpPr>
          <p:nvPr>
            <p:ph type="body" sz="quarter" idx="19"/>
          </p:nvPr>
        </p:nvSpPr>
        <p:spPr>
          <a:xfrm>
            <a:off x="392736" y="5613990"/>
            <a:ext cx="3562677" cy="850604"/>
          </a:xfrm>
        </p:spPr>
        <p:txBody>
          <a:bodyPr>
            <a:noAutofit/>
          </a:bodyPr>
          <a:lstStyle>
            <a:lvl1pPr marL="0" indent="0">
              <a:buNone/>
              <a:defRPr sz="1400" b="0" i="0"/>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5" name="Text Placeholder 6">
            <a:extLst>
              <a:ext uri="{FF2B5EF4-FFF2-40B4-BE49-F238E27FC236}">
                <a16:creationId xmlns:a16="http://schemas.microsoft.com/office/drawing/2014/main" id="{1E735F7D-60F3-B145-8311-B30F1DF63C93}"/>
              </a:ext>
            </a:extLst>
          </p:cNvPr>
          <p:cNvSpPr>
            <a:spLocks noGrp="1"/>
          </p:cNvSpPr>
          <p:nvPr>
            <p:ph type="body" sz="quarter" idx="20"/>
          </p:nvPr>
        </p:nvSpPr>
        <p:spPr>
          <a:xfrm>
            <a:off x="4314662" y="5043377"/>
            <a:ext cx="3562677" cy="570613"/>
          </a:xfrm>
        </p:spPr>
        <p:txBody>
          <a:bodyPr anchor="b">
            <a:noAutofit/>
          </a:bodyPr>
          <a:lstStyle>
            <a:lvl1pPr marL="0" indent="0">
              <a:buNone/>
              <a:defRPr sz="18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6" name="Text Placeholder 6">
            <a:extLst>
              <a:ext uri="{FF2B5EF4-FFF2-40B4-BE49-F238E27FC236}">
                <a16:creationId xmlns:a16="http://schemas.microsoft.com/office/drawing/2014/main" id="{2852C7C0-65BA-1D4D-8A01-2388FE2C2A08}"/>
              </a:ext>
            </a:extLst>
          </p:cNvPr>
          <p:cNvSpPr>
            <a:spLocks noGrp="1"/>
          </p:cNvSpPr>
          <p:nvPr>
            <p:ph type="body" sz="quarter" idx="21"/>
          </p:nvPr>
        </p:nvSpPr>
        <p:spPr>
          <a:xfrm>
            <a:off x="392736" y="5043376"/>
            <a:ext cx="3562677" cy="570613"/>
          </a:xfrm>
        </p:spPr>
        <p:txBody>
          <a:bodyPr anchor="b">
            <a:noAutofit/>
          </a:bodyPr>
          <a:lstStyle>
            <a:lvl1pPr marL="0" indent="0">
              <a:buNone/>
              <a:defRPr sz="18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7" name="Text Placeholder 6">
            <a:extLst>
              <a:ext uri="{FF2B5EF4-FFF2-40B4-BE49-F238E27FC236}">
                <a16:creationId xmlns:a16="http://schemas.microsoft.com/office/drawing/2014/main" id="{44D47342-243E-EA42-8B1C-33FAC522BAAE}"/>
              </a:ext>
            </a:extLst>
          </p:cNvPr>
          <p:cNvSpPr>
            <a:spLocks noGrp="1"/>
          </p:cNvSpPr>
          <p:nvPr>
            <p:ph type="body" sz="quarter" idx="22"/>
          </p:nvPr>
        </p:nvSpPr>
        <p:spPr>
          <a:xfrm>
            <a:off x="8236587" y="5613990"/>
            <a:ext cx="3562677" cy="850604"/>
          </a:xfrm>
        </p:spPr>
        <p:txBody>
          <a:bodyPr>
            <a:noAutofit/>
          </a:bodyPr>
          <a:lstStyle>
            <a:lvl1pPr marL="0" indent="0">
              <a:buNone/>
              <a:defRPr sz="1400" b="0" i="0"/>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9" name="Text Placeholder 6">
            <a:extLst>
              <a:ext uri="{FF2B5EF4-FFF2-40B4-BE49-F238E27FC236}">
                <a16:creationId xmlns:a16="http://schemas.microsoft.com/office/drawing/2014/main" id="{111C4EF7-2E45-A142-A612-2BF9D714DF9E}"/>
              </a:ext>
            </a:extLst>
          </p:cNvPr>
          <p:cNvSpPr>
            <a:spLocks noGrp="1"/>
          </p:cNvSpPr>
          <p:nvPr>
            <p:ph type="body" sz="quarter" idx="23"/>
          </p:nvPr>
        </p:nvSpPr>
        <p:spPr>
          <a:xfrm>
            <a:off x="8236587" y="5043376"/>
            <a:ext cx="3562677" cy="570613"/>
          </a:xfrm>
        </p:spPr>
        <p:txBody>
          <a:bodyPr anchor="b">
            <a:noAutofit/>
          </a:bodyPr>
          <a:lstStyle>
            <a:lvl1pPr marL="0" indent="0">
              <a:buNone/>
              <a:defRPr sz="18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397974746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4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4935770" y="2322193"/>
            <a:ext cx="3147935" cy="1536989"/>
          </a:xfrm>
        </p:spPr>
        <p:txBody>
          <a:bodyPr anchor="ct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719F3C81-C606-9E45-A76F-3D6A4C159FD0}"/>
              </a:ext>
            </a:extLst>
          </p:cNvPr>
          <p:cNvSpPr>
            <a:spLocks noGrp="1"/>
          </p:cNvSpPr>
          <p:nvPr>
            <p:ph type="body" sz="quarter" idx="18"/>
          </p:nvPr>
        </p:nvSpPr>
        <p:spPr>
          <a:xfrm>
            <a:off x="8429846" y="2322192"/>
            <a:ext cx="3147935" cy="1536989"/>
          </a:xfrm>
        </p:spPr>
        <p:txBody>
          <a:bodyPr anchor="ct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D7655E03-1B41-0643-886E-78DF89046BAF}"/>
              </a:ext>
            </a:extLst>
          </p:cNvPr>
          <p:cNvSpPr>
            <a:spLocks noGrp="1"/>
          </p:cNvSpPr>
          <p:nvPr>
            <p:ph type="body" sz="quarter" idx="19"/>
          </p:nvPr>
        </p:nvSpPr>
        <p:spPr>
          <a:xfrm>
            <a:off x="4935770" y="4376148"/>
            <a:ext cx="3147935" cy="1536989"/>
          </a:xfrm>
        </p:spPr>
        <p:txBody>
          <a:bodyPr anchor="ct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82EC3778-6871-3F46-8EE3-A1C813759D1B}"/>
              </a:ext>
            </a:extLst>
          </p:cNvPr>
          <p:cNvSpPr>
            <a:spLocks noGrp="1"/>
          </p:cNvSpPr>
          <p:nvPr>
            <p:ph type="body" sz="quarter" idx="20"/>
          </p:nvPr>
        </p:nvSpPr>
        <p:spPr>
          <a:xfrm>
            <a:off x="8429846" y="4376147"/>
            <a:ext cx="3147935" cy="1536989"/>
          </a:xfrm>
        </p:spPr>
        <p:txBody>
          <a:bodyPr anchor="ct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173943D-8970-6940-B28D-1826D9D8AE73}"/>
              </a:ext>
            </a:extLst>
          </p:cNvPr>
          <p:cNvSpPr>
            <a:spLocks noGrp="1"/>
          </p:cNvSpPr>
          <p:nvPr>
            <p:ph type="body" sz="quarter" idx="22"/>
          </p:nvPr>
        </p:nvSpPr>
        <p:spPr>
          <a:xfrm>
            <a:off x="650591" y="4366865"/>
            <a:ext cx="3940517" cy="1545828"/>
          </a:xfrm>
        </p:spPr>
        <p:txBody>
          <a:bodyPr anchor="ctr">
            <a:noAutofit/>
          </a:bodyPr>
          <a:lstStyle>
            <a:lvl1pPr marL="0" indent="0" algn="r">
              <a:buNone/>
              <a:defRPr sz="36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17" name="Text Placeholder 6">
            <a:extLst>
              <a:ext uri="{FF2B5EF4-FFF2-40B4-BE49-F238E27FC236}">
                <a16:creationId xmlns:a16="http://schemas.microsoft.com/office/drawing/2014/main" id="{0CB3FA68-8FF9-B64E-B527-A0CFCFF97CFB}"/>
              </a:ext>
            </a:extLst>
          </p:cNvPr>
          <p:cNvSpPr>
            <a:spLocks noGrp="1"/>
          </p:cNvSpPr>
          <p:nvPr>
            <p:ph type="body" sz="quarter" idx="23"/>
          </p:nvPr>
        </p:nvSpPr>
        <p:spPr>
          <a:xfrm>
            <a:off x="652070" y="2324060"/>
            <a:ext cx="3940517" cy="1545828"/>
          </a:xfrm>
        </p:spPr>
        <p:txBody>
          <a:bodyPr anchor="ctr">
            <a:noAutofit/>
          </a:bodyPr>
          <a:lstStyle>
            <a:lvl1pPr marL="0" indent="0" algn="r">
              <a:buNone/>
              <a:defRPr sz="36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3" name="Title 2">
            <a:extLst>
              <a:ext uri="{FF2B5EF4-FFF2-40B4-BE49-F238E27FC236}">
                <a16:creationId xmlns:a16="http://schemas.microsoft.com/office/drawing/2014/main" id="{B3E4A625-885B-E04E-8BFC-79A5BD6A2232}"/>
              </a:ext>
            </a:extLst>
          </p:cNvPr>
          <p:cNvSpPr>
            <a:spLocks noGrp="1"/>
          </p:cNvSpPr>
          <p:nvPr>
            <p:ph type="title"/>
          </p:nvPr>
        </p:nvSpPr>
        <p:spPr>
          <a:xfrm>
            <a:off x="0" y="1"/>
            <a:ext cx="12192000" cy="1690688"/>
          </a:xfrm>
          <a:solidFill>
            <a:schemeClr val="accent1">
              <a:lumMod val="10000"/>
              <a:lumOff val="90000"/>
            </a:schemeClr>
          </a:solidFill>
        </p:spPr>
        <p:txBody>
          <a:bodyPr>
            <a:normAutofit/>
          </a:bodyPr>
          <a:lstStyle>
            <a:lvl1pPr algn="ctr">
              <a:defRPr sz="3600">
                <a:solidFill>
                  <a:schemeClr val="bg2"/>
                </a:solidFill>
              </a:defRPr>
            </a:lvl1pPr>
          </a:lstStyle>
          <a:p>
            <a:r>
              <a:rPr lang="en-US"/>
              <a:t>Click to edit Master title style</a:t>
            </a:r>
          </a:p>
        </p:txBody>
      </p:sp>
    </p:spTree>
    <p:extLst>
      <p:ext uri="{BB962C8B-B14F-4D97-AF65-F5344CB8AC3E}">
        <p14:creationId xmlns:p14="http://schemas.microsoft.com/office/powerpoint/2010/main" val="132404591"/>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8610599" y="1231034"/>
            <a:ext cx="3207255" cy="2197966"/>
          </a:xfrm>
        </p:spPr>
        <p:txBody>
          <a:bodyPr anchor="b">
            <a:noAutofit/>
          </a:bodyPr>
          <a:lstStyle>
            <a:lvl1pPr>
              <a:defRPr sz="44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0" y="0"/>
            <a:ext cx="8289588" cy="6858000"/>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8610599" y="3429000"/>
            <a:ext cx="3207255"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3384118"/>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5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3" name="Text Placeholder 6">
            <a:extLst>
              <a:ext uri="{FF2B5EF4-FFF2-40B4-BE49-F238E27FC236}">
                <a16:creationId xmlns:a16="http://schemas.microsoft.com/office/drawing/2014/main" id="{D7655E03-1B41-0643-886E-78DF89046BAF}"/>
              </a:ext>
            </a:extLst>
          </p:cNvPr>
          <p:cNvSpPr>
            <a:spLocks noGrp="1"/>
          </p:cNvSpPr>
          <p:nvPr>
            <p:ph type="body" sz="quarter" idx="19"/>
          </p:nvPr>
        </p:nvSpPr>
        <p:spPr>
          <a:xfrm>
            <a:off x="4935770" y="4376148"/>
            <a:ext cx="6418030" cy="1536989"/>
          </a:xfrm>
        </p:spPr>
        <p:txBody>
          <a:bodyPr anchor="ctr">
            <a:noAutofit/>
          </a:bodyPr>
          <a:lstStyle>
            <a:lvl1pPr marL="0" indent="0">
              <a:buNone/>
              <a:defRPr sz="1600" b="0" i="0"/>
            </a:lvl1pPr>
            <a:lvl2pPr marL="457200" indent="0">
              <a:buNone/>
              <a:defRPr sz="1400" b="0" i="0"/>
            </a:lvl2pPr>
            <a:lvl3pPr marL="914400" indent="0">
              <a:buNone/>
              <a:defRPr sz="1200" b="0" i="0"/>
            </a:lvl3pPr>
            <a:lvl4pPr marL="1371600" indent="0">
              <a:buNone/>
              <a:defRPr sz="1100" b="0" i="0"/>
            </a:lvl4pPr>
            <a:lvl5pPr marL="1828800" indent="0">
              <a:buNone/>
              <a:defRPr sz="11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173943D-8970-6940-B28D-1826D9D8AE73}"/>
              </a:ext>
            </a:extLst>
          </p:cNvPr>
          <p:cNvSpPr>
            <a:spLocks noGrp="1"/>
          </p:cNvSpPr>
          <p:nvPr>
            <p:ph type="body" sz="quarter" idx="22"/>
          </p:nvPr>
        </p:nvSpPr>
        <p:spPr>
          <a:xfrm>
            <a:off x="650591" y="4366865"/>
            <a:ext cx="3940517" cy="1545828"/>
          </a:xfrm>
        </p:spPr>
        <p:txBody>
          <a:bodyPr anchor="ctr">
            <a:noAutofit/>
          </a:bodyPr>
          <a:lstStyle>
            <a:lvl1pPr marL="0" indent="0" algn="r">
              <a:buNone/>
              <a:defRPr sz="36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17" name="Text Placeholder 6">
            <a:extLst>
              <a:ext uri="{FF2B5EF4-FFF2-40B4-BE49-F238E27FC236}">
                <a16:creationId xmlns:a16="http://schemas.microsoft.com/office/drawing/2014/main" id="{0CB3FA68-8FF9-B64E-B527-A0CFCFF97CFB}"/>
              </a:ext>
            </a:extLst>
          </p:cNvPr>
          <p:cNvSpPr>
            <a:spLocks noGrp="1"/>
          </p:cNvSpPr>
          <p:nvPr>
            <p:ph type="body" sz="quarter" idx="23"/>
          </p:nvPr>
        </p:nvSpPr>
        <p:spPr>
          <a:xfrm>
            <a:off x="652070" y="2721935"/>
            <a:ext cx="3036305" cy="926259"/>
          </a:xfrm>
        </p:spPr>
        <p:txBody>
          <a:bodyPr anchor="t">
            <a:noAutofit/>
          </a:bodyPr>
          <a:lstStyle>
            <a:lvl1pPr marL="0" indent="0" algn="ctr">
              <a:buNone/>
              <a:defRPr sz="20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3" name="Title 2">
            <a:extLst>
              <a:ext uri="{FF2B5EF4-FFF2-40B4-BE49-F238E27FC236}">
                <a16:creationId xmlns:a16="http://schemas.microsoft.com/office/drawing/2014/main" id="{B3E4A625-885B-E04E-8BFC-79A5BD6A2232}"/>
              </a:ext>
            </a:extLst>
          </p:cNvPr>
          <p:cNvSpPr>
            <a:spLocks noGrp="1"/>
          </p:cNvSpPr>
          <p:nvPr>
            <p:ph type="title"/>
          </p:nvPr>
        </p:nvSpPr>
        <p:spPr>
          <a:xfrm>
            <a:off x="0" y="1"/>
            <a:ext cx="12192000" cy="1690688"/>
          </a:xfrm>
          <a:noFill/>
        </p:spPr>
        <p:txBody>
          <a:bodyPr>
            <a:normAutofit/>
          </a:bodyPr>
          <a:lstStyle>
            <a:lvl1pPr algn="ctr">
              <a:defRPr sz="3600">
                <a:solidFill>
                  <a:schemeClr val="accent1">
                    <a:lumMod val="10000"/>
                    <a:lumOff val="90000"/>
                  </a:schemeClr>
                </a:solidFill>
              </a:defRPr>
            </a:lvl1pPr>
          </a:lstStyle>
          <a:p>
            <a:r>
              <a:rPr lang="en-US"/>
              <a:t>Click to edit Master title style</a:t>
            </a:r>
          </a:p>
        </p:txBody>
      </p:sp>
      <p:sp>
        <p:nvSpPr>
          <p:cNvPr id="12" name="Text Placeholder 6">
            <a:extLst>
              <a:ext uri="{FF2B5EF4-FFF2-40B4-BE49-F238E27FC236}">
                <a16:creationId xmlns:a16="http://schemas.microsoft.com/office/drawing/2014/main" id="{1AA4EDCC-12FD-2F4B-8085-FA396D744024}"/>
              </a:ext>
            </a:extLst>
          </p:cNvPr>
          <p:cNvSpPr>
            <a:spLocks noGrp="1"/>
          </p:cNvSpPr>
          <p:nvPr>
            <p:ph type="body" sz="quarter" idx="24"/>
          </p:nvPr>
        </p:nvSpPr>
        <p:spPr>
          <a:xfrm>
            <a:off x="4484782" y="2721935"/>
            <a:ext cx="3036305" cy="926259"/>
          </a:xfrm>
        </p:spPr>
        <p:txBody>
          <a:bodyPr anchor="t">
            <a:noAutofit/>
          </a:bodyPr>
          <a:lstStyle>
            <a:lvl1pPr marL="0" indent="0" algn="ctr">
              <a:buNone/>
              <a:defRPr sz="20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15" name="Text Placeholder 6">
            <a:extLst>
              <a:ext uri="{FF2B5EF4-FFF2-40B4-BE49-F238E27FC236}">
                <a16:creationId xmlns:a16="http://schemas.microsoft.com/office/drawing/2014/main" id="{18B7584C-4C1C-894B-9823-E37B760A35B6}"/>
              </a:ext>
            </a:extLst>
          </p:cNvPr>
          <p:cNvSpPr>
            <a:spLocks noGrp="1"/>
          </p:cNvSpPr>
          <p:nvPr>
            <p:ph type="body" sz="quarter" idx="25"/>
          </p:nvPr>
        </p:nvSpPr>
        <p:spPr>
          <a:xfrm>
            <a:off x="8317494" y="2721935"/>
            <a:ext cx="3036305" cy="926259"/>
          </a:xfrm>
        </p:spPr>
        <p:txBody>
          <a:bodyPr anchor="t">
            <a:noAutofit/>
          </a:bodyPr>
          <a:lstStyle>
            <a:lvl1pPr marL="0" indent="0" algn="ctr">
              <a:buNone/>
              <a:defRPr sz="2000" b="1" i="0" cap="all" baseline="0">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628604749"/>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75786F8-1EBE-A34F-8FF0-691916AD4E77}"/>
              </a:ext>
            </a:extLst>
          </p:cNvPr>
          <p:cNvSpPr/>
          <p:nvPr userDrawn="1"/>
        </p:nvSpPr>
        <p:spPr>
          <a:xfrm>
            <a:off x="0" y="3429000"/>
            <a:ext cx="12192000" cy="3429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pPr algn="ctr"/>
            <a:endParaRPr lang="en-US" b="0" i="0">
              <a:latin typeface="Roboto Light" panose="02000000000000000000" pitchFamily="2" charset="0"/>
              <a:ea typeface="Roboto Light" panose="02000000000000000000" pitchFamily="2" charset="0"/>
            </a:endParaRPr>
          </a:p>
        </p:txBody>
      </p:sp>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1695951" y="517848"/>
            <a:ext cx="8800097" cy="988579"/>
          </a:xfrm>
        </p:spPr>
        <p:txBody>
          <a:bodyPr anchor="b">
            <a:noAutofit/>
          </a:bodyPr>
          <a:lstStyle>
            <a:lvl1pPr algn="ctr">
              <a:defRPr sz="48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1" y="3429000"/>
            <a:ext cx="4059936" cy="3429000"/>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8610599" y="3429000"/>
            <a:ext cx="3207255"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7">
            <a:extLst>
              <a:ext uri="{FF2B5EF4-FFF2-40B4-BE49-F238E27FC236}">
                <a16:creationId xmlns:a16="http://schemas.microsoft.com/office/drawing/2014/main" id="{EC53FD0C-B1DC-E141-90F0-958953CFC698}"/>
              </a:ext>
            </a:extLst>
          </p:cNvPr>
          <p:cNvSpPr>
            <a:spLocks noGrp="1"/>
          </p:cNvSpPr>
          <p:nvPr>
            <p:ph type="pic" sz="quarter" idx="17"/>
          </p:nvPr>
        </p:nvSpPr>
        <p:spPr>
          <a:xfrm>
            <a:off x="8132064" y="3429000"/>
            <a:ext cx="4059936" cy="3429000"/>
          </a:xfrm>
          <a:solidFill>
            <a:schemeClr val="bg1"/>
          </a:solidFill>
        </p:spPr>
        <p:txBody>
          <a:bodyPr/>
          <a:lstStyle>
            <a:lvl1pPr>
              <a:defRPr b="0" i="0"/>
            </a:lvl1pPr>
          </a:lstStyle>
          <a:p>
            <a:endParaRPr lang="en-US"/>
          </a:p>
        </p:txBody>
      </p:sp>
      <p:sp>
        <p:nvSpPr>
          <p:cNvPr id="12" name="Text Placeholder 6">
            <a:extLst>
              <a:ext uri="{FF2B5EF4-FFF2-40B4-BE49-F238E27FC236}">
                <a16:creationId xmlns:a16="http://schemas.microsoft.com/office/drawing/2014/main" id="{23F5F0BC-E255-C841-9FB2-D5898ADF3311}"/>
              </a:ext>
            </a:extLst>
          </p:cNvPr>
          <p:cNvSpPr>
            <a:spLocks noGrp="1"/>
          </p:cNvSpPr>
          <p:nvPr>
            <p:ph type="body" sz="quarter" idx="19"/>
          </p:nvPr>
        </p:nvSpPr>
        <p:spPr>
          <a:xfrm>
            <a:off x="1695951" y="1699219"/>
            <a:ext cx="8800096" cy="795787"/>
          </a:xfrm>
        </p:spPr>
        <p:txBody>
          <a:bodyPr anchor="t">
            <a:noAutofit/>
          </a:bodyPr>
          <a:lstStyle>
            <a:lvl1pPr marL="0" indent="0" algn="ctr">
              <a:buNone/>
              <a:defRPr sz="1600" b="0" i="0"/>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4" name="Text Placeholder 6">
            <a:extLst>
              <a:ext uri="{FF2B5EF4-FFF2-40B4-BE49-F238E27FC236}">
                <a16:creationId xmlns:a16="http://schemas.microsoft.com/office/drawing/2014/main" id="{43C10868-D381-D148-A04D-51D793729E77}"/>
              </a:ext>
            </a:extLst>
          </p:cNvPr>
          <p:cNvSpPr>
            <a:spLocks noGrp="1"/>
          </p:cNvSpPr>
          <p:nvPr>
            <p:ph type="body" sz="quarter" idx="20"/>
          </p:nvPr>
        </p:nvSpPr>
        <p:spPr>
          <a:xfrm>
            <a:off x="4577847" y="4719762"/>
            <a:ext cx="3036306" cy="1620389"/>
          </a:xfrm>
        </p:spPr>
        <p:txBody>
          <a:bodyPr anchor="t">
            <a:noAutofit/>
          </a:bodyPr>
          <a:lstStyle>
            <a:lvl1pPr marL="0" indent="0" algn="ctr">
              <a:buNone/>
              <a:defRPr sz="1600" b="0" i="0">
                <a:solidFill>
                  <a:schemeClr val="bg2"/>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5" name="Text Placeholder 6">
            <a:extLst>
              <a:ext uri="{FF2B5EF4-FFF2-40B4-BE49-F238E27FC236}">
                <a16:creationId xmlns:a16="http://schemas.microsoft.com/office/drawing/2014/main" id="{2F56925B-FE49-864C-BCE2-2C4BDFAA0099}"/>
              </a:ext>
            </a:extLst>
          </p:cNvPr>
          <p:cNvSpPr>
            <a:spLocks noGrp="1"/>
          </p:cNvSpPr>
          <p:nvPr>
            <p:ph type="body" sz="quarter" idx="23"/>
          </p:nvPr>
        </p:nvSpPr>
        <p:spPr>
          <a:xfrm>
            <a:off x="4577847" y="3793503"/>
            <a:ext cx="3036305" cy="926259"/>
          </a:xfrm>
        </p:spPr>
        <p:txBody>
          <a:bodyPr anchor="b">
            <a:noAutofit/>
          </a:bodyPr>
          <a:lstStyle>
            <a:lvl1pPr marL="0" indent="0" algn="ctr">
              <a:buNone/>
              <a:defRPr sz="2000" b="1" i="0" cap="all" baseline="0">
                <a:solidFill>
                  <a:schemeClr val="bg2"/>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1841918523"/>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5FE7F68-8A21-DB42-8073-581EE274B25F}"/>
              </a:ext>
            </a:extLst>
          </p:cNvPr>
          <p:cNvCxnSpPr/>
          <p:nvPr userDrawn="1"/>
        </p:nvCxnSpPr>
        <p:spPr>
          <a:xfrm flipH="1">
            <a:off x="6096000" y="0"/>
            <a:ext cx="0" cy="6858000"/>
          </a:xfrm>
          <a:prstGeom prst="line">
            <a:avLst/>
          </a:prstGeom>
          <a:ln>
            <a:solidFill>
              <a:schemeClr val="accent1">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0" y="0"/>
            <a:ext cx="6096000" cy="3429000"/>
          </a:xfrm>
          <a:solidFill>
            <a:schemeClr val="bg1"/>
          </a:solidFill>
        </p:spPr>
        <p:txBody>
          <a:bodyPr/>
          <a:lstStyle>
            <a:lvl1pPr>
              <a:defRPr b="0" i="0"/>
            </a:lvl1pPr>
          </a:lstStyle>
          <a:p>
            <a:endParaRPr lang="en-US"/>
          </a:p>
        </p:txBody>
      </p:sp>
      <p:sp>
        <p:nvSpPr>
          <p:cNvPr id="8" name="Picture Placeholder 7">
            <a:extLst>
              <a:ext uri="{FF2B5EF4-FFF2-40B4-BE49-F238E27FC236}">
                <a16:creationId xmlns:a16="http://schemas.microsoft.com/office/drawing/2014/main" id="{87B8B77C-15A9-6442-A014-0792F5710320}"/>
              </a:ext>
            </a:extLst>
          </p:cNvPr>
          <p:cNvSpPr>
            <a:spLocks noGrp="1"/>
          </p:cNvSpPr>
          <p:nvPr>
            <p:ph type="pic" sz="quarter" idx="17"/>
          </p:nvPr>
        </p:nvSpPr>
        <p:spPr>
          <a:xfrm>
            <a:off x="6096000" y="0"/>
            <a:ext cx="6096000" cy="3429000"/>
          </a:xfrm>
          <a:solidFill>
            <a:schemeClr val="bg1"/>
          </a:solidFill>
        </p:spPr>
        <p:txBody>
          <a:bodyPr/>
          <a:lstStyle>
            <a:lvl1pPr>
              <a:defRPr b="0" i="0"/>
            </a:lvl1pPr>
          </a:lstStyle>
          <a:p>
            <a:endParaRPr lang="en-US"/>
          </a:p>
        </p:txBody>
      </p:sp>
      <p:sp>
        <p:nvSpPr>
          <p:cNvPr id="13" name="Text Placeholder 6">
            <a:extLst>
              <a:ext uri="{FF2B5EF4-FFF2-40B4-BE49-F238E27FC236}">
                <a16:creationId xmlns:a16="http://schemas.microsoft.com/office/drawing/2014/main" id="{B18F8246-9AD0-7849-A7EF-AC79192FD9D2}"/>
              </a:ext>
            </a:extLst>
          </p:cNvPr>
          <p:cNvSpPr>
            <a:spLocks noGrp="1"/>
          </p:cNvSpPr>
          <p:nvPr>
            <p:ph type="body" sz="quarter" idx="20"/>
          </p:nvPr>
        </p:nvSpPr>
        <p:spPr>
          <a:xfrm>
            <a:off x="701128" y="4698497"/>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4" name="Text Placeholder 6">
            <a:extLst>
              <a:ext uri="{FF2B5EF4-FFF2-40B4-BE49-F238E27FC236}">
                <a16:creationId xmlns:a16="http://schemas.microsoft.com/office/drawing/2014/main" id="{A1CD2F1A-219E-B045-9E75-477E9186A296}"/>
              </a:ext>
            </a:extLst>
          </p:cNvPr>
          <p:cNvSpPr>
            <a:spLocks noGrp="1"/>
          </p:cNvSpPr>
          <p:nvPr>
            <p:ph type="body" sz="quarter" idx="23"/>
          </p:nvPr>
        </p:nvSpPr>
        <p:spPr>
          <a:xfrm>
            <a:off x="701129" y="3772238"/>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15" name="Text Placeholder 6">
            <a:extLst>
              <a:ext uri="{FF2B5EF4-FFF2-40B4-BE49-F238E27FC236}">
                <a16:creationId xmlns:a16="http://schemas.microsoft.com/office/drawing/2014/main" id="{2AFC96B9-125D-6643-9F73-DCBBE03A3858}"/>
              </a:ext>
            </a:extLst>
          </p:cNvPr>
          <p:cNvSpPr>
            <a:spLocks noGrp="1"/>
          </p:cNvSpPr>
          <p:nvPr>
            <p:ph type="body" sz="quarter" idx="24"/>
          </p:nvPr>
        </p:nvSpPr>
        <p:spPr>
          <a:xfrm>
            <a:off x="6797128" y="4698497"/>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6" name="Text Placeholder 6">
            <a:extLst>
              <a:ext uri="{FF2B5EF4-FFF2-40B4-BE49-F238E27FC236}">
                <a16:creationId xmlns:a16="http://schemas.microsoft.com/office/drawing/2014/main" id="{D5D2DB74-049F-F748-9864-6C2F0520FA0A}"/>
              </a:ext>
            </a:extLst>
          </p:cNvPr>
          <p:cNvSpPr>
            <a:spLocks noGrp="1"/>
          </p:cNvSpPr>
          <p:nvPr>
            <p:ph type="body" sz="quarter" idx="25"/>
          </p:nvPr>
        </p:nvSpPr>
        <p:spPr>
          <a:xfrm>
            <a:off x="6797129" y="3772238"/>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3154956089"/>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5FE7F68-8A21-DB42-8073-581EE274B25F}"/>
              </a:ext>
            </a:extLst>
          </p:cNvPr>
          <p:cNvCxnSpPr/>
          <p:nvPr userDrawn="1"/>
        </p:nvCxnSpPr>
        <p:spPr>
          <a:xfrm flipH="1">
            <a:off x="6096000" y="0"/>
            <a:ext cx="0" cy="6858000"/>
          </a:xfrm>
          <a:prstGeom prst="line">
            <a:avLst/>
          </a:prstGeom>
          <a:ln>
            <a:solidFill>
              <a:schemeClr val="accent1">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0" y="3429000"/>
            <a:ext cx="6096000" cy="3429000"/>
          </a:xfrm>
          <a:solidFill>
            <a:schemeClr val="bg1"/>
          </a:solidFill>
        </p:spPr>
        <p:txBody>
          <a:bodyPr/>
          <a:lstStyle>
            <a:lvl1pPr>
              <a:defRPr b="0" i="0"/>
            </a:lvl1pPr>
          </a:lstStyle>
          <a:p>
            <a:endParaRPr lang="en-US"/>
          </a:p>
        </p:txBody>
      </p:sp>
      <p:sp>
        <p:nvSpPr>
          <p:cNvPr id="8" name="Picture Placeholder 7">
            <a:extLst>
              <a:ext uri="{FF2B5EF4-FFF2-40B4-BE49-F238E27FC236}">
                <a16:creationId xmlns:a16="http://schemas.microsoft.com/office/drawing/2014/main" id="{87B8B77C-15A9-6442-A014-0792F5710320}"/>
              </a:ext>
            </a:extLst>
          </p:cNvPr>
          <p:cNvSpPr>
            <a:spLocks noGrp="1"/>
          </p:cNvSpPr>
          <p:nvPr>
            <p:ph type="pic" sz="quarter" idx="17"/>
          </p:nvPr>
        </p:nvSpPr>
        <p:spPr>
          <a:xfrm>
            <a:off x="6096000" y="3429000"/>
            <a:ext cx="6096000" cy="3429000"/>
          </a:xfrm>
          <a:solidFill>
            <a:schemeClr val="bg1"/>
          </a:solidFill>
        </p:spPr>
        <p:txBody>
          <a:bodyPr/>
          <a:lstStyle>
            <a:lvl1pPr>
              <a:defRPr b="0" i="0"/>
            </a:lvl1pPr>
          </a:lstStyle>
          <a:p>
            <a:endParaRPr lang="en-US"/>
          </a:p>
        </p:txBody>
      </p:sp>
      <p:sp>
        <p:nvSpPr>
          <p:cNvPr id="13" name="Text Placeholder 6">
            <a:extLst>
              <a:ext uri="{FF2B5EF4-FFF2-40B4-BE49-F238E27FC236}">
                <a16:creationId xmlns:a16="http://schemas.microsoft.com/office/drawing/2014/main" id="{B18F8246-9AD0-7849-A7EF-AC79192FD9D2}"/>
              </a:ext>
            </a:extLst>
          </p:cNvPr>
          <p:cNvSpPr>
            <a:spLocks noGrp="1"/>
          </p:cNvSpPr>
          <p:nvPr>
            <p:ph type="body" sz="quarter" idx="20"/>
          </p:nvPr>
        </p:nvSpPr>
        <p:spPr>
          <a:xfrm>
            <a:off x="701128" y="1269497"/>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4" name="Text Placeholder 6">
            <a:extLst>
              <a:ext uri="{FF2B5EF4-FFF2-40B4-BE49-F238E27FC236}">
                <a16:creationId xmlns:a16="http://schemas.microsoft.com/office/drawing/2014/main" id="{A1CD2F1A-219E-B045-9E75-477E9186A296}"/>
              </a:ext>
            </a:extLst>
          </p:cNvPr>
          <p:cNvSpPr>
            <a:spLocks noGrp="1"/>
          </p:cNvSpPr>
          <p:nvPr>
            <p:ph type="body" sz="quarter" idx="23"/>
          </p:nvPr>
        </p:nvSpPr>
        <p:spPr>
          <a:xfrm>
            <a:off x="701129" y="343238"/>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15" name="Text Placeholder 6">
            <a:extLst>
              <a:ext uri="{FF2B5EF4-FFF2-40B4-BE49-F238E27FC236}">
                <a16:creationId xmlns:a16="http://schemas.microsoft.com/office/drawing/2014/main" id="{2AFC96B9-125D-6643-9F73-DCBBE03A3858}"/>
              </a:ext>
            </a:extLst>
          </p:cNvPr>
          <p:cNvSpPr>
            <a:spLocks noGrp="1"/>
          </p:cNvSpPr>
          <p:nvPr>
            <p:ph type="body" sz="quarter" idx="24"/>
          </p:nvPr>
        </p:nvSpPr>
        <p:spPr>
          <a:xfrm>
            <a:off x="6797128" y="1269497"/>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6" name="Text Placeholder 6">
            <a:extLst>
              <a:ext uri="{FF2B5EF4-FFF2-40B4-BE49-F238E27FC236}">
                <a16:creationId xmlns:a16="http://schemas.microsoft.com/office/drawing/2014/main" id="{D5D2DB74-049F-F748-9864-6C2F0520FA0A}"/>
              </a:ext>
            </a:extLst>
          </p:cNvPr>
          <p:cNvSpPr>
            <a:spLocks noGrp="1"/>
          </p:cNvSpPr>
          <p:nvPr>
            <p:ph type="body" sz="quarter" idx="25"/>
          </p:nvPr>
        </p:nvSpPr>
        <p:spPr>
          <a:xfrm>
            <a:off x="6797129" y="343238"/>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1583035822"/>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5FE7F68-8A21-DB42-8073-581EE274B25F}"/>
              </a:ext>
            </a:extLst>
          </p:cNvPr>
          <p:cNvCxnSpPr/>
          <p:nvPr userDrawn="1"/>
        </p:nvCxnSpPr>
        <p:spPr>
          <a:xfrm>
            <a:off x="0" y="3429000"/>
            <a:ext cx="12192000" cy="0"/>
          </a:xfrm>
          <a:prstGeom prst="line">
            <a:avLst/>
          </a:prstGeom>
          <a:ln>
            <a:solidFill>
              <a:schemeClr val="accent1">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0" y="3429000"/>
            <a:ext cx="6096000" cy="3429000"/>
          </a:xfrm>
          <a:solidFill>
            <a:schemeClr val="bg1"/>
          </a:solidFill>
        </p:spPr>
        <p:txBody>
          <a:bodyPr/>
          <a:lstStyle>
            <a:lvl1pPr>
              <a:defRPr b="0" i="0"/>
            </a:lvl1pPr>
          </a:lstStyle>
          <a:p>
            <a:endParaRPr lang="en-US"/>
          </a:p>
        </p:txBody>
      </p:sp>
      <p:sp>
        <p:nvSpPr>
          <p:cNvPr id="8" name="Picture Placeholder 7">
            <a:extLst>
              <a:ext uri="{FF2B5EF4-FFF2-40B4-BE49-F238E27FC236}">
                <a16:creationId xmlns:a16="http://schemas.microsoft.com/office/drawing/2014/main" id="{87B8B77C-15A9-6442-A014-0792F5710320}"/>
              </a:ext>
            </a:extLst>
          </p:cNvPr>
          <p:cNvSpPr>
            <a:spLocks noGrp="1"/>
          </p:cNvSpPr>
          <p:nvPr>
            <p:ph type="pic" sz="quarter" idx="17"/>
          </p:nvPr>
        </p:nvSpPr>
        <p:spPr>
          <a:xfrm>
            <a:off x="0" y="0"/>
            <a:ext cx="6096000" cy="3429000"/>
          </a:xfrm>
          <a:solidFill>
            <a:schemeClr val="bg1"/>
          </a:solidFill>
        </p:spPr>
        <p:txBody>
          <a:bodyPr/>
          <a:lstStyle>
            <a:lvl1pPr>
              <a:defRPr b="0" i="0"/>
            </a:lvl1pPr>
          </a:lstStyle>
          <a:p>
            <a:endParaRPr lang="en-US"/>
          </a:p>
        </p:txBody>
      </p:sp>
      <p:sp>
        <p:nvSpPr>
          <p:cNvPr id="13" name="Text Placeholder 6">
            <a:extLst>
              <a:ext uri="{FF2B5EF4-FFF2-40B4-BE49-F238E27FC236}">
                <a16:creationId xmlns:a16="http://schemas.microsoft.com/office/drawing/2014/main" id="{B18F8246-9AD0-7849-A7EF-AC79192FD9D2}"/>
              </a:ext>
            </a:extLst>
          </p:cNvPr>
          <p:cNvSpPr>
            <a:spLocks noGrp="1"/>
          </p:cNvSpPr>
          <p:nvPr>
            <p:ph type="body" sz="quarter" idx="20"/>
          </p:nvPr>
        </p:nvSpPr>
        <p:spPr>
          <a:xfrm>
            <a:off x="6833190" y="4778308"/>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4" name="Text Placeholder 6">
            <a:extLst>
              <a:ext uri="{FF2B5EF4-FFF2-40B4-BE49-F238E27FC236}">
                <a16:creationId xmlns:a16="http://schemas.microsoft.com/office/drawing/2014/main" id="{A1CD2F1A-219E-B045-9E75-477E9186A296}"/>
              </a:ext>
            </a:extLst>
          </p:cNvPr>
          <p:cNvSpPr>
            <a:spLocks noGrp="1"/>
          </p:cNvSpPr>
          <p:nvPr>
            <p:ph type="body" sz="quarter" idx="23"/>
          </p:nvPr>
        </p:nvSpPr>
        <p:spPr>
          <a:xfrm>
            <a:off x="6833191" y="3852049"/>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15" name="Text Placeholder 6">
            <a:extLst>
              <a:ext uri="{FF2B5EF4-FFF2-40B4-BE49-F238E27FC236}">
                <a16:creationId xmlns:a16="http://schemas.microsoft.com/office/drawing/2014/main" id="{2AFC96B9-125D-6643-9F73-DCBBE03A3858}"/>
              </a:ext>
            </a:extLst>
          </p:cNvPr>
          <p:cNvSpPr>
            <a:spLocks noGrp="1"/>
          </p:cNvSpPr>
          <p:nvPr>
            <p:ph type="body" sz="quarter" idx="24"/>
          </p:nvPr>
        </p:nvSpPr>
        <p:spPr>
          <a:xfrm>
            <a:off x="6797128" y="1269497"/>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6" name="Text Placeholder 6">
            <a:extLst>
              <a:ext uri="{FF2B5EF4-FFF2-40B4-BE49-F238E27FC236}">
                <a16:creationId xmlns:a16="http://schemas.microsoft.com/office/drawing/2014/main" id="{D5D2DB74-049F-F748-9864-6C2F0520FA0A}"/>
              </a:ext>
            </a:extLst>
          </p:cNvPr>
          <p:cNvSpPr>
            <a:spLocks noGrp="1"/>
          </p:cNvSpPr>
          <p:nvPr>
            <p:ph type="body" sz="quarter" idx="25"/>
          </p:nvPr>
        </p:nvSpPr>
        <p:spPr>
          <a:xfrm>
            <a:off x="6797129" y="343238"/>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1057197545"/>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5FE7F68-8A21-DB42-8073-581EE274B25F}"/>
              </a:ext>
            </a:extLst>
          </p:cNvPr>
          <p:cNvCxnSpPr/>
          <p:nvPr userDrawn="1"/>
        </p:nvCxnSpPr>
        <p:spPr>
          <a:xfrm>
            <a:off x="0" y="3429000"/>
            <a:ext cx="12192000" cy="0"/>
          </a:xfrm>
          <a:prstGeom prst="line">
            <a:avLst/>
          </a:prstGeom>
          <a:ln>
            <a:solidFill>
              <a:schemeClr val="accent1">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6096000" y="3429000"/>
            <a:ext cx="6096000" cy="3429000"/>
          </a:xfrm>
          <a:solidFill>
            <a:schemeClr val="bg1"/>
          </a:solidFill>
        </p:spPr>
        <p:txBody>
          <a:bodyPr/>
          <a:lstStyle>
            <a:lvl1pPr>
              <a:defRPr b="0" i="0"/>
            </a:lvl1pPr>
          </a:lstStyle>
          <a:p>
            <a:endParaRPr lang="en-US"/>
          </a:p>
        </p:txBody>
      </p:sp>
      <p:sp>
        <p:nvSpPr>
          <p:cNvPr id="8" name="Picture Placeholder 7">
            <a:extLst>
              <a:ext uri="{FF2B5EF4-FFF2-40B4-BE49-F238E27FC236}">
                <a16:creationId xmlns:a16="http://schemas.microsoft.com/office/drawing/2014/main" id="{87B8B77C-15A9-6442-A014-0792F5710320}"/>
              </a:ext>
            </a:extLst>
          </p:cNvPr>
          <p:cNvSpPr>
            <a:spLocks noGrp="1"/>
          </p:cNvSpPr>
          <p:nvPr>
            <p:ph type="pic" sz="quarter" idx="17"/>
          </p:nvPr>
        </p:nvSpPr>
        <p:spPr>
          <a:xfrm>
            <a:off x="6096000" y="0"/>
            <a:ext cx="6096000" cy="3429000"/>
          </a:xfrm>
          <a:solidFill>
            <a:schemeClr val="bg1"/>
          </a:solidFill>
        </p:spPr>
        <p:txBody>
          <a:bodyPr/>
          <a:lstStyle>
            <a:lvl1pPr>
              <a:defRPr b="0" i="0"/>
            </a:lvl1pPr>
          </a:lstStyle>
          <a:p>
            <a:endParaRPr lang="en-US"/>
          </a:p>
        </p:txBody>
      </p:sp>
      <p:sp>
        <p:nvSpPr>
          <p:cNvPr id="13" name="Text Placeholder 6">
            <a:extLst>
              <a:ext uri="{FF2B5EF4-FFF2-40B4-BE49-F238E27FC236}">
                <a16:creationId xmlns:a16="http://schemas.microsoft.com/office/drawing/2014/main" id="{B18F8246-9AD0-7849-A7EF-AC79192FD9D2}"/>
              </a:ext>
            </a:extLst>
          </p:cNvPr>
          <p:cNvSpPr>
            <a:spLocks noGrp="1"/>
          </p:cNvSpPr>
          <p:nvPr>
            <p:ph type="body" sz="quarter" idx="20"/>
          </p:nvPr>
        </p:nvSpPr>
        <p:spPr>
          <a:xfrm>
            <a:off x="737190" y="4778308"/>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4" name="Text Placeholder 6">
            <a:extLst>
              <a:ext uri="{FF2B5EF4-FFF2-40B4-BE49-F238E27FC236}">
                <a16:creationId xmlns:a16="http://schemas.microsoft.com/office/drawing/2014/main" id="{A1CD2F1A-219E-B045-9E75-477E9186A296}"/>
              </a:ext>
            </a:extLst>
          </p:cNvPr>
          <p:cNvSpPr>
            <a:spLocks noGrp="1"/>
          </p:cNvSpPr>
          <p:nvPr>
            <p:ph type="body" sz="quarter" idx="23"/>
          </p:nvPr>
        </p:nvSpPr>
        <p:spPr>
          <a:xfrm>
            <a:off x="737191" y="3852049"/>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
        <p:nvSpPr>
          <p:cNvPr id="15" name="Text Placeholder 6">
            <a:extLst>
              <a:ext uri="{FF2B5EF4-FFF2-40B4-BE49-F238E27FC236}">
                <a16:creationId xmlns:a16="http://schemas.microsoft.com/office/drawing/2014/main" id="{2AFC96B9-125D-6643-9F73-DCBBE03A3858}"/>
              </a:ext>
            </a:extLst>
          </p:cNvPr>
          <p:cNvSpPr>
            <a:spLocks noGrp="1"/>
          </p:cNvSpPr>
          <p:nvPr>
            <p:ph type="body" sz="quarter" idx="24"/>
          </p:nvPr>
        </p:nvSpPr>
        <p:spPr>
          <a:xfrm>
            <a:off x="701128" y="1269497"/>
            <a:ext cx="4693745" cy="1620389"/>
          </a:xfrm>
        </p:spPr>
        <p:txBody>
          <a:bodyPr anchor="t">
            <a:noAutofit/>
          </a:bodyPr>
          <a:lstStyle>
            <a:lvl1pPr marL="0" indent="0" algn="ctr">
              <a:buNone/>
              <a:defRPr sz="1600" b="0" i="0">
                <a:solidFill>
                  <a:schemeClr val="accent1"/>
                </a:solidFill>
              </a:defRPr>
            </a:lvl1pPr>
            <a:lvl2pPr marL="457200" indent="0" algn="ctr">
              <a:buNone/>
              <a:defRPr sz="1400" b="0" i="0"/>
            </a:lvl2pPr>
            <a:lvl3pPr marL="914400" indent="0" algn="ctr">
              <a:buNone/>
              <a:defRPr sz="1200" b="0" i="0"/>
            </a:lvl3pPr>
            <a:lvl4pPr marL="1371600" indent="0" algn="ctr">
              <a:buNone/>
              <a:defRPr sz="1100" b="0" i="0"/>
            </a:lvl4pPr>
            <a:lvl5pPr marL="1828800" indent="0" algn="ctr">
              <a:buNone/>
              <a:defRPr sz="1100" b="0" i="0"/>
            </a:lvl5pPr>
          </a:lstStyle>
          <a:p>
            <a:pPr lvl="0"/>
            <a:r>
              <a:rPr lang="en-US"/>
              <a:t>Click to edit Master text styles</a:t>
            </a:r>
          </a:p>
        </p:txBody>
      </p:sp>
      <p:sp>
        <p:nvSpPr>
          <p:cNvPr id="16" name="Text Placeholder 6">
            <a:extLst>
              <a:ext uri="{FF2B5EF4-FFF2-40B4-BE49-F238E27FC236}">
                <a16:creationId xmlns:a16="http://schemas.microsoft.com/office/drawing/2014/main" id="{D5D2DB74-049F-F748-9864-6C2F0520FA0A}"/>
              </a:ext>
            </a:extLst>
          </p:cNvPr>
          <p:cNvSpPr>
            <a:spLocks noGrp="1"/>
          </p:cNvSpPr>
          <p:nvPr>
            <p:ph type="body" sz="quarter" idx="25"/>
          </p:nvPr>
        </p:nvSpPr>
        <p:spPr>
          <a:xfrm>
            <a:off x="701129" y="343238"/>
            <a:ext cx="4693743" cy="926259"/>
          </a:xfrm>
        </p:spPr>
        <p:txBody>
          <a:bodyPr anchor="b">
            <a:noAutofit/>
          </a:bodyPr>
          <a:lstStyle>
            <a:lvl1pPr marL="0" indent="0" algn="ctr">
              <a:buNone/>
              <a:defRPr sz="2000" b="1" i="0" cap="all" baseline="0">
                <a:solidFill>
                  <a:schemeClr val="accent1"/>
                </a:solidFill>
                <a:latin typeface="Oswald SemiBold" pitchFamily="2" charset="77"/>
              </a:defRPr>
            </a:lvl1pPr>
            <a:lvl2pPr marL="457200" indent="0">
              <a:buNone/>
              <a:defRPr sz="1200" b="0" i="0"/>
            </a:lvl2pPr>
            <a:lvl3pPr marL="914400" indent="0">
              <a:buNone/>
              <a:defRPr sz="1100" b="0" i="0"/>
            </a:lvl3pPr>
            <a:lvl4pPr marL="1371600" indent="0">
              <a:buNone/>
              <a:defRPr sz="1050" b="0" i="0"/>
            </a:lvl4pPr>
            <a:lvl5pPr marL="1828800" indent="0">
              <a:buNone/>
              <a:defRPr sz="1050" b="0" i="0"/>
            </a:lvl5pPr>
          </a:lstStyle>
          <a:p>
            <a:pPr lvl="0"/>
            <a:r>
              <a:rPr lang="en-US"/>
              <a:t>Click to edit Master text styles</a:t>
            </a:r>
          </a:p>
        </p:txBody>
      </p:sp>
    </p:spTree>
    <p:extLst>
      <p:ext uri="{BB962C8B-B14F-4D97-AF65-F5344CB8AC3E}">
        <p14:creationId xmlns:p14="http://schemas.microsoft.com/office/powerpoint/2010/main" val="516595878"/>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Text Placeholder 6">
            <a:extLst>
              <a:ext uri="{FF2B5EF4-FFF2-40B4-BE49-F238E27FC236}">
                <a16:creationId xmlns:a16="http://schemas.microsoft.com/office/drawing/2014/main" id="{9BC722EB-B0D0-6649-BCC8-01F41F6B3FED}"/>
              </a:ext>
            </a:extLst>
          </p:cNvPr>
          <p:cNvSpPr>
            <a:spLocks noGrp="1"/>
          </p:cNvSpPr>
          <p:nvPr>
            <p:ph type="body" sz="quarter" idx="15"/>
          </p:nvPr>
        </p:nvSpPr>
        <p:spPr>
          <a:xfrm>
            <a:off x="0" y="4774193"/>
            <a:ext cx="4072130" cy="1325563"/>
          </a:xfrm>
        </p:spPr>
        <p:txBody>
          <a:bodyPr>
            <a:noAutofit/>
          </a:bodyPr>
          <a:lstStyle>
            <a:lvl1pPr marL="0" indent="0">
              <a:buNone/>
              <a:defRPr sz="1800" b="0" i="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Click to edit Master text styles</a:t>
            </a:r>
          </a:p>
        </p:txBody>
      </p:sp>
      <p:sp>
        <p:nvSpPr>
          <p:cNvPr id="9" name="Text Placeholder 6">
            <a:extLst>
              <a:ext uri="{FF2B5EF4-FFF2-40B4-BE49-F238E27FC236}">
                <a16:creationId xmlns:a16="http://schemas.microsoft.com/office/drawing/2014/main" id="{AA6247AD-6A28-DA4E-9856-B0457ACF3CE2}"/>
              </a:ext>
            </a:extLst>
          </p:cNvPr>
          <p:cNvSpPr>
            <a:spLocks noGrp="1"/>
          </p:cNvSpPr>
          <p:nvPr>
            <p:ph type="body" sz="quarter" idx="16"/>
          </p:nvPr>
        </p:nvSpPr>
        <p:spPr>
          <a:xfrm>
            <a:off x="4072130" y="4774195"/>
            <a:ext cx="4081270" cy="1325563"/>
          </a:xfrm>
        </p:spPr>
        <p:txBody>
          <a:bodyPr>
            <a:noAutofit/>
          </a:bodyPr>
          <a:lstStyle>
            <a:lvl1pPr marL="0" indent="0">
              <a:buNone/>
              <a:defRPr sz="1800" b="0" i="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Click to edit Master text styles</a:t>
            </a:r>
          </a:p>
        </p:txBody>
      </p:sp>
      <p:sp>
        <p:nvSpPr>
          <p:cNvPr id="10" name="Text Placeholder 6">
            <a:extLst>
              <a:ext uri="{FF2B5EF4-FFF2-40B4-BE49-F238E27FC236}">
                <a16:creationId xmlns:a16="http://schemas.microsoft.com/office/drawing/2014/main" id="{51408170-0DC4-794B-8D0C-6D8FDA83BFFE}"/>
              </a:ext>
            </a:extLst>
          </p:cNvPr>
          <p:cNvSpPr>
            <a:spLocks noGrp="1"/>
          </p:cNvSpPr>
          <p:nvPr>
            <p:ph type="body" sz="quarter" idx="17"/>
          </p:nvPr>
        </p:nvSpPr>
        <p:spPr>
          <a:xfrm>
            <a:off x="8153400" y="4774194"/>
            <a:ext cx="4038600" cy="1325563"/>
          </a:xfrm>
        </p:spPr>
        <p:txBody>
          <a:bodyPr>
            <a:noAutofit/>
          </a:bodyPr>
          <a:lstStyle>
            <a:lvl1pPr marL="0" indent="0">
              <a:buNone/>
              <a:defRPr sz="1800" b="0" i="0"/>
            </a:lvl1pPr>
            <a:lvl2pPr marL="457200" indent="0">
              <a:buNone/>
              <a:defRPr sz="1600"/>
            </a:lvl2pPr>
            <a:lvl3pPr marL="914400" indent="0">
              <a:buNone/>
              <a:defRPr sz="1400"/>
            </a:lvl3pPr>
            <a:lvl4pPr marL="1371600" indent="0">
              <a:buNone/>
              <a:defRPr sz="1200"/>
            </a:lvl4pPr>
            <a:lvl5pPr marL="1828800" indent="0">
              <a:buNone/>
              <a:defRPr sz="1200"/>
            </a:lvl5pPr>
          </a:lstStyle>
          <a:p>
            <a:pPr lvl="0"/>
            <a:r>
              <a:rPr lang="en-US"/>
              <a:t>Click to edit Master text styles</a:t>
            </a:r>
          </a:p>
        </p:txBody>
      </p:sp>
      <p:sp>
        <p:nvSpPr>
          <p:cNvPr id="11" name="Picture Placeholder 7">
            <a:extLst>
              <a:ext uri="{FF2B5EF4-FFF2-40B4-BE49-F238E27FC236}">
                <a16:creationId xmlns:a16="http://schemas.microsoft.com/office/drawing/2014/main" id="{A110A1B4-AB77-864B-B93F-F28A825262BF}"/>
              </a:ext>
            </a:extLst>
          </p:cNvPr>
          <p:cNvSpPr>
            <a:spLocks noGrp="1"/>
          </p:cNvSpPr>
          <p:nvPr>
            <p:ph type="pic" sz="quarter" idx="13"/>
          </p:nvPr>
        </p:nvSpPr>
        <p:spPr>
          <a:xfrm>
            <a:off x="0" y="1947278"/>
            <a:ext cx="4059936" cy="2777853"/>
          </a:xfrm>
          <a:solidFill>
            <a:schemeClr val="bg1"/>
          </a:solidFill>
        </p:spPr>
        <p:txBody>
          <a:bodyPr/>
          <a:lstStyle>
            <a:lvl1pPr>
              <a:defRPr b="0" i="0"/>
            </a:lvl1pPr>
          </a:lstStyle>
          <a:p>
            <a:endParaRPr lang="en-US"/>
          </a:p>
        </p:txBody>
      </p:sp>
      <p:sp>
        <p:nvSpPr>
          <p:cNvPr id="12" name="Picture Placeholder 7">
            <a:extLst>
              <a:ext uri="{FF2B5EF4-FFF2-40B4-BE49-F238E27FC236}">
                <a16:creationId xmlns:a16="http://schemas.microsoft.com/office/drawing/2014/main" id="{9911B599-DCFD-2A4C-816B-38B258B7233E}"/>
              </a:ext>
            </a:extLst>
          </p:cNvPr>
          <p:cNvSpPr>
            <a:spLocks noGrp="1"/>
          </p:cNvSpPr>
          <p:nvPr>
            <p:ph type="pic" sz="quarter" idx="14"/>
          </p:nvPr>
        </p:nvSpPr>
        <p:spPr>
          <a:xfrm>
            <a:off x="4072130" y="1947278"/>
            <a:ext cx="4059936" cy="2777853"/>
          </a:xfrm>
          <a:solidFill>
            <a:schemeClr val="bg1"/>
          </a:solidFill>
        </p:spPr>
        <p:txBody>
          <a:bodyPr/>
          <a:lstStyle>
            <a:lvl1pPr>
              <a:defRPr b="0" i="0"/>
            </a:lvl1pPr>
          </a:lstStyle>
          <a:p>
            <a:endParaRPr lang="en-US"/>
          </a:p>
        </p:txBody>
      </p:sp>
      <p:sp>
        <p:nvSpPr>
          <p:cNvPr id="13" name="Picture Placeholder 7">
            <a:extLst>
              <a:ext uri="{FF2B5EF4-FFF2-40B4-BE49-F238E27FC236}">
                <a16:creationId xmlns:a16="http://schemas.microsoft.com/office/drawing/2014/main" id="{741FAB79-2CD0-1F4F-8D6D-89BBDBD10E8F}"/>
              </a:ext>
            </a:extLst>
          </p:cNvPr>
          <p:cNvSpPr>
            <a:spLocks noGrp="1"/>
          </p:cNvSpPr>
          <p:nvPr>
            <p:ph type="pic" sz="quarter" idx="18"/>
          </p:nvPr>
        </p:nvSpPr>
        <p:spPr>
          <a:xfrm>
            <a:off x="8153400" y="1947277"/>
            <a:ext cx="4038600" cy="2777853"/>
          </a:xfrm>
          <a:solidFill>
            <a:schemeClr val="bg1"/>
          </a:solidFill>
        </p:spPr>
        <p:txBody>
          <a:bodyPr/>
          <a:lstStyle>
            <a:lvl1pPr>
              <a:defRPr b="0" i="0"/>
            </a:lvl1pPr>
          </a:lstStyle>
          <a:p>
            <a:endParaRPr lang="en-US"/>
          </a:p>
        </p:txBody>
      </p:sp>
      <p:sp>
        <p:nvSpPr>
          <p:cNvPr id="3" name="Title 2">
            <a:extLst>
              <a:ext uri="{FF2B5EF4-FFF2-40B4-BE49-F238E27FC236}">
                <a16:creationId xmlns:a16="http://schemas.microsoft.com/office/drawing/2014/main" id="{3951CBA4-BF0F-F64D-A26B-C41A89039DEB}"/>
              </a:ext>
            </a:extLst>
          </p:cNvPr>
          <p:cNvSpPr>
            <a:spLocks noGrp="1"/>
          </p:cNvSpPr>
          <p:nvPr>
            <p:ph type="title"/>
          </p:nvPr>
        </p:nvSpPr>
        <p:spPr>
          <a:xfrm>
            <a:off x="609276" y="603183"/>
            <a:ext cx="10979654" cy="810532"/>
          </a:xfrm>
        </p:spPr>
        <p:txBody>
          <a:bodyPr>
            <a:noAutofit/>
          </a:bodyPr>
          <a:lstStyle>
            <a:lvl1pPr algn="ctr">
              <a:defRPr sz="6000">
                <a:solidFill>
                  <a:schemeClr val="accent1">
                    <a:lumMod val="10000"/>
                    <a:lumOff val="90000"/>
                  </a:schemeClr>
                </a:solidFill>
              </a:defRPr>
            </a:lvl1pPr>
          </a:lstStyle>
          <a:p>
            <a:r>
              <a:rPr lang="en-US"/>
              <a:t>Click to edit Master title style</a:t>
            </a:r>
          </a:p>
        </p:txBody>
      </p:sp>
    </p:spTree>
    <p:extLst>
      <p:ext uri="{BB962C8B-B14F-4D97-AF65-F5344CB8AC3E}">
        <p14:creationId xmlns:p14="http://schemas.microsoft.com/office/powerpoint/2010/main" val="2831642253"/>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1231034"/>
            <a:ext cx="3207255" cy="2197966"/>
          </a:xfrm>
        </p:spPr>
        <p:txBody>
          <a:bodyPr anchor="b"/>
          <a:lstStyle>
            <a:lvl1pPr algn="r">
              <a:defRPr/>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3955546" y="0"/>
            <a:ext cx="8236454" cy="6858000"/>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374145" y="3429000"/>
            <a:ext cx="3207255" cy="1938771"/>
          </a:xfrm>
        </p:spPr>
        <p:txBody>
          <a:bodyPr>
            <a:noAutofit/>
          </a:bodyPr>
          <a:lstStyle>
            <a:lvl1pPr marL="0" indent="0" algn="r">
              <a:buNone/>
              <a:defRPr sz="1800" b="0" i="0"/>
            </a:lvl1pPr>
            <a:lvl2pPr marL="457200" indent="0" algn="r">
              <a:buNone/>
              <a:defRPr sz="1600" b="0" i="0"/>
            </a:lvl2pPr>
            <a:lvl3pPr marL="914400" indent="0" algn="r">
              <a:buNone/>
              <a:defRPr sz="1400" b="0" i="0"/>
            </a:lvl3pPr>
            <a:lvl4pPr marL="1371600" indent="0" algn="r">
              <a:buNone/>
              <a:defRPr sz="1200" b="0" i="0"/>
            </a:lvl4pPr>
            <a:lvl5pPr marL="1828800" indent="0" algn="r">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2503457"/>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1231034"/>
            <a:ext cx="3207255" cy="2197966"/>
          </a:xfrm>
        </p:spPr>
        <p:txBody>
          <a:bodyPr anchor="b">
            <a:normAutofit/>
          </a:bodyPr>
          <a:lstStyle>
            <a:lvl1pPr algn="r">
              <a:defRPr sz="40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3955546" y="0"/>
            <a:ext cx="7398254" cy="6857999"/>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374145" y="3429000"/>
            <a:ext cx="3207255" cy="1938771"/>
          </a:xfrm>
        </p:spPr>
        <p:txBody>
          <a:bodyPr>
            <a:noAutofit/>
          </a:bodyPr>
          <a:lstStyle>
            <a:lvl1pPr marL="0" indent="0" algn="r">
              <a:buNone/>
              <a:defRPr sz="1800" b="0" i="0"/>
            </a:lvl1pPr>
            <a:lvl2pPr marL="457200" indent="0" algn="r">
              <a:buNone/>
              <a:defRPr sz="1600" b="0" i="0"/>
            </a:lvl2pPr>
            <a:lvl3pPr marL="914400" indent="0" algn="r">
              <a:buNone/>
              <a:defRPr sz="1400" b="0" i="0"/>
            </a:lvl3pPr>
            <a:lvl4pPr marL="1371600" indent="0" algn="r">
              <a:buNone/>
              <a:defRPr sz="1200" b="0" i="0"/>
            </a:lvl4pPr>
            <a:lvl5pPr marL="1828800" indent="0" algn="r">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4023431"/>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1_Title and Content">
    <p:bg>
      <p:bgPr>
        <a:solidFill>
          <a:srgbClr val="C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1341477" y="1231034"/>
            <a:ext cx="4431771" cy="2197966"/>
          </a:xfrm>
        </p:spPr>
        <p:txBody>
          <a:bodyPr anchor="b">
            <a:normAutofit/>
          </a:bodyPr>
          <a:lstStyle>
            <a:lvl1pPr algn="r">
              <a:defRPr sz="44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6418753" y="0"/>
            <a:ext cx="5131981" cy="6857999"/>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1341477" y="3429000"/>
            <a:ext cx="4431771" cy="1938771"/>
          </a:xfrm>
        </p:spPr>
        <p:txBody>
          <a:bodyPr>
            <a:noAutofit/>
          </a:bodyPr>
          <a:lstStyle>
            <a:lvl1pPr marL="0" indent="0" algn="r">
              <a:buNone/>
              <a:defRPr sz="1800" b="0" i="0"/>
            </a:lvl1pPr>
            <a:lvl2pPr marL="457200" indent="0" algn="r">
              <a:buNone/>
              <a:defRPr sz="1600" b="0" i="0"/>
            </a:lvl2pPr>
            <a:lvl3pPr marL="914400" indent="0" algn="r">
              <a:buNone/>
              <a:defRPr sz="1400" b="0" i="0"/>
            </a:lvl3pPr>
            <a:lvl4pPr marL="1371600" indent="0" algn="r">
              <a:buNone/>
              <a:defRPr sz="1200" b="0" i="0"/>
            </a:lvl4pPr>
            <a:lvl5pPr marL="1828800" indent="0" algn="r">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3312033"/>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42017" y="1231034"/>
            <a:ext cx="3506969" cy="4553078"/>
          </a:xfrm>
        </p:spPr>
        <p:txBody>
          <a:bodyPr anchor="ctr">
            <a:normAutofit/>
          </a:bodyPr>
          <a:lstStyle>
            <a:lvl1pPr algn="r">
              <a:defRPr sz="44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3880114" y="0"/>
            <a:ext cx="4431772" cy="6857999"/>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8343014" y="1231034"/>
            <a:ext cx="3506969" cy="4553078"/>
          </a:xfrm>
        </p:spPr>
        <p:txBody>
          <a:bodyPr anchor="ctr">
            <a:noAutofit/>
          </a:bodyPr>
          <a:lstStyle>
            <a:lvl1pPr marL="0" indent="0" algn="l">
              <a:buNone/>
              <a:defRPr sz="1800" b="0" i="0"/>
            </a:lvl1pPr>
            <a:lvl2pPr marL="457200" indent="0" algn="l">
              <a:buNone/>
              <a:defRPr sz="1600" b="0" i="0"/>
            </a:lvl2pPr>
            <a:lvl3pPr marL="914400" indent="0" algn="l">
              <a:buNone/>
              <a:defRPr sz="1400" b="0" i="0"/>
            </a:lvl3pPr>
            <a:lvl4pPr marL="1371600" indent="0" algn="l">
              <a:buNone/>
              <a:defRPr sz="1200" b="0" i="0"/>
            </a:lvl4pPr>
            <a:lvl5pPr marL="1828800" indent="0" algn="l">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134069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967784"/>
            <a:ext cx="7323826" cy="895478"/>
          </a:xfrm>
        </p:spPr>
        <p:txBody>
          <a:bodyPr anchor="ctr">
            <a:noAutofit/>
          </a:bodyPr>
          <a:lstStyle>
            <a:lvl1pPr>
              <a:defRPr sz="40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2" name="Picture Placeholder 11">
            <a:extLst>
              <a:ext uri="{FF2B5EF4-FFF2-40B4-BE49-F238E27FC236}">
                <a16:creationId xmlns:a16="http://schemas.microsoft.com/office/drawing/2014/main" id="{CDB2149F-603D-7843-9D40-B4F0702171D3}"/>
              </a:ext>
            </a:extLst>
          </p:cNvPr>
          <p:cNvSpPr>
            <a:spLocks noGrp="1"/>
          </p:cNvSpPr>
          <p:nvPr>
            <p:ph type="pic" sz="quarter" idx="16"/>
          </p:nvPr>
        </p:nvSpPr>
        <p:spPr>
          <a:xfrm>
            <a:off x="374146" y="1998921"/>
            <a:ext cx="7323826" cy="4221770"/>
          </a:xfrm>
          <a:prstGeom prst="rect">
            <a:avLst/>
          </a:prstGeom>
          <a:solidFill>
            <a:schemeClr val="bg1"/>
          </a:solidFill>
        </p:spPr>
        <p:txBody>
          <a:bodyPr wrap="square">
            <a:noAutofit/>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8293629" y="2459614"/>
            <a:ext cx="3207255"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2472973"/>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2968489" y="224003"/>
            <a:ext cx="7323826" cy="895478"/>
          </a:xfrm>
        </p:spPr>
        <p:txBody>
          <a:bodyPr anchor="b">
            <a:normAutofit/>
          </a:bodyPr>
          <a:lstStyle>
            <a:lvl1pPr algn="r">
              <a:defRPr sz="4000"/>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12" name="Picture Placeholder 11">
            <a:extLst>
              <a:ext uri="{FF2B5EF4-FFF2-40B4-BE49-F238E27FC236}">
                <a16:creationId xmlns:a16="http://schemas.microsoft.com/office/drawing/2014/main" id="{CDB2149F-603D-7843-9D40-B4F0702171D3}"/>
              </a:ext>
            </a:extLst>
          </p:cNvPr>
          <p:cNvSpPr>
            <a:spLocks noGrp="1"/>
          </p:cNvSpPr>
          <p:nvPr>
            <p:ph type="pic" sz="quarter" idx="16"/>
          </p:nvPr>
        </p:nvSpPr>
        <p:spPr>
          <a:xfrm>
            <a:off x="0" y="2681398"/>
            <a:ext cx="10292316" cy="3201044"/>
          </a:xfrm>
          <a:prstGeom prst="rect">
            <a:avLst/>
          </a:prstGeom>
          <a:solidFill>
            <a:schemeClr val="bg1"/>
          </a:solidFill>
        </p:spPr>
        <p:txBody>
          <a:bodyPr wrap="square">
            <a:noAutofit/>
          </a:bodyPr>
          <a:lstStyle>
            <a:lvl1pPr>
              <a:defRPr b="0" i="0"/>
            </a:lvl1pPr>
          </a:lstStyle>
          <a:p>
            <a:endParaRPr lang="en-US"/>
          </a:p>
        </p:txBody>
      </p:sp>
      <p:sp>
        <p:nvSpPr>
          <p:cNvPr id="11" name="Text Placeholder 6">
            <a:extLst>
              <a:ext uri="{FF2B5EF4-FFF2-40B4-BE49-F238E27FC236}">
                <a16:creationId xmlns:a16="http://schemas.microsoft.com/office/drawing/2014/main" id="{C0A5BB8A-7672-6D49-8988-688435A009DF}"/>
              </a:ext>
            </a:extLst>
          </p:cNvPr>
          <p:cNvSpPr>
            <a:spLocks noGrp="1"/>
          </p:cNvSpPr>
          <p:nvPr>
            <p:ph type="body" sz="quarter" idx="15"/>
          </p:nvPr>
        </p:nvSpPr>
        <p:spPr>
          <a:xfrm>
            <a:off x="2968490" y="1119482"/>
            <a:ext cx="7323826" cy="1540652"/>
          </a:xfrm>
        </p:spPr>
        <p:txBody>
          <a:bodyPr>
            <a:noAutofit/>
          </a:bodyPr>
          <a:lstStyle>
            <a:lvl1pPr marL="0" indent="0" algn="r">
              <a:buNone/>
              <a:defRPr sz="1800" b="0" i="0"/>
            </a:lvl1pPr>
            <a:lvl2pPr marL="457200" indent="0" algn="r">
              <a:buNone/>
              <a:defRPr sz="1600" b="0" i="0"/>
            </a:lvl2pPr>
            <a:lvl3pPr marL="914400" indent="0" algn="r">
              <a:buNone/>
              <a:defRPr sz="1400" b="0" i="0"/>
            </a:lvl3pPr>
            <a:lvl4pPr marL="1371600" indent="0" algn="r">
              <a:buNone/>
              <a:defRPr sz="1200" b="0" i="0"/>
            </a:lvl4pPr>
            <a:lvl5pPr marL="1828800" indent="0" algn="r">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3987040"/>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374146" y="365125"/>
            <a:ext cx="2521454" cy="2197966"/>
          </a:xfrm>
          <a:solidFill>
            <a:schemeClr val="bg1"/>
          </a:solidFill>
        </p:spPr>
        <p:txBody>
          <a:bodyPr/>
          <a:lstStyle>
            <a:lvl1pPr>
              <a:defRPr b="0" i="0"/>
            </a:lvl1pPr>
          </a:lstStyle>
          <a:p>
            <a:endParaRPr lang="en-US"/>
          </a:p>
        </p:txBody>
      </p:sp>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374145" y="2875829"/>
            <a:ext cx="11443710" cy="766691"/>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Picture Placeholder 7">
            <a:extLst>
              <a:ext uri="{FF2B5EF4-FFF2-40B4-BE49-F238E27FC236}">
                <a16:creationId xmlns:a16="http://schemas.microsoft.com/office/drawing/2014/main" id="{4F869854-3722-4B4B-9DA3-B5247AF213F2}"/>
              </a:ext>
            </a:extLst>
          </p:cNvPr>
          <p:cNvSpPr>
            <a:spLocks noGrp="1"/>
          </p:cNvSpPr>
          <p:nvPr>
            <p:ph type="pic" sz="quarter" idx="14"/>
          </p:nvPr>
        </p:nvSpPr>
        <p:spPr>
          <a:xfrm>
            <a:off x="3348231" y="365125"/>
            <a:ext cx="2521454" cy="2197966"/>
          </a:xfrm>
          <a:solidFill>
            <a:schemeClr val="bg1"/>
          </a:solidFill>
        </p:spPr>
        <p:txBody>
          <a:bodyPr/>
          <a:lstStyle>
            <a:lvl1pPr>
              <a:defRPr b="0" i="0"/>
            </a:lvl1pPr>
          </a:lstStyle>
          <a:p>
            <a:endParaRPr lang="en-US"/>
          </a:p>
        </p:txBody>
      </p:sp>
      <p:sp>
        <p:nvSpPr>
          <p:cNvPr id="9" name="Picture Placeholder 7">
            <a:extLst>
              <a:ext uri="{FF2B5EF4-FFF2-40B4-BE49-F238E27FC236}">
                <a16:creationId xmlns:a16="http://schemas.microsoft.com/office/drawing/2014/main" id="{FB03B086-70F9-6647-BA92-BB712C63680A}"/>
              </a:ext>
            </a:extLst>
          </p:cNvPr>
          <p:cNvSpPr>
            <a:spLocks noGrp="1"/>
          </p:cNvSpPr>
          <p:nvPr>
            <p:ph type="pic" sz="quarter" idx="15"/>
          </p:nvPr>
        </p:nvSpPr>
        <p:spPr>
          <a:xfrm>
            <a:off x="6322316" y="3845646"/>
            <a:ext cx="2521454" cy="2197966"/>
          </a:xfrm>
          <a:solidFill>
            <a:schemeClr val="bg1"/>
          </a:solidFill>
        </p:spPr>
        <p:txBody>
          <a:bodyPr/>
          <a:lstStyle>
            <a:lvl1pPr>
              <a:defRPr b="0" i="0"/>
            </a:lvl1pPr>
          </a:lstStyle>
          <a:p>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9296402" y="3845646"/>
            <a:ext cx="2521454" cy="2197966"/>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400E4FC5-3C29-A34A-9ED0-9BB0AABEE51D}"/>
              </a:ext>
            </a:extLst>
          </p:cNvPr>
          <p:cNvSpPr>
            <a:spLocks noGrp="1"/>
          </p:cNvSpPr>
          <p:nvPr>
            <p:ph type="body" sz="quarter" idx="17"/>
          </p:nvPr>
        </p:nvSpPr>
        <p:spPr>
          <a:xfrm>
            <a:off x="6322316" y="365125"/>
            <a:ext cx="5495538" cy="2197966"/>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AA2362EC-5402-4541-ADB3-E692FB79A2F5}"/>
              </a:ext>
            </a:extLst>
          </p:cNvPr>
          <p:cNvSpPr>
            <a:spLocks noGrp="1"/>
          </p:cNvSpPr>
          <p:nvPr>
            <p:ph type="body" sz="quarter" idx="18"/>
          </p:nvPr>
        </p:nvSpPr>
        <p:spPr>
          <a:xfrm>
            <a:off x="374146" y="3845646"/>
            <a:ext cx="5495538" cy="2197966"/>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1205666"/>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374146" y="365125"/>
            <a:ext cx="2521454" cy="2197966"/>
          </a:xfrm>
          <a:solidFill>
            <a:schemeClr val="bg1"/>
          </a:solidFill>
        </p:spPr>
        <p:txBody>
          <a:bodyPr/>
          <a:lstStyle>
            <a:lvl1pPr>
              <a:defRPr b="0" i="0"/>
            </a:lvl1pPr>
          </a:lstStyle>
          <a:p>
            <a:endParaRPr lang="en-US"/>
          </a:p>
        </p:txBody>
      </p:sp>
      <p:sp>
        <p:nvSpPr>
          <p:cNvPr id="2" name="Title 1">
            <a:extLst>
              <a:ext uri="{FF2B5EF4-FFF2-40B4-BE49-F238E27FC236}">
                <a16:creationId xmlns:a16="http://schemas.microsoft.com/office/drawing/2014/main" id="{FF57EB31-316B-8D40-A46C-834C46ECE0CE}"/>
              </a:ext>
            </a:extLst>
          </p:cNvPr>
          <p:cNvSpPr>
            <a:spLocks noGrp="1"/>
          </p:cNvSpPr>
          <p:nvPr>
            <p:ph type="title"/>
          </p:nvPr>
        </p:nvSpPr>
        <p:spPr>
          <a:xfrm>
            <a:off x="8610599" y="365125"/>
            <a:ext cx="3207255" cy="2197966"/>
          </a:xfrm>
        </p:spPr>
        <p:txBody>
          <a:bodyPr/>
          <a:lstStyle/>
          <a:p>
            <a:r>
              <a:rPr lang="en-US"/>
              <a:t>Click to edit Master title style</a:t>
            </a:r>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Picture Placeholder 7">
            <a:extLst>
              <a:ext uri="{FF2B5EF4-FFF2-40B4-BE49-F238E27FC236}">
                <a16:creationId xmlns:a16="http://schemas.microsoft.com/office/drawing/2014/main" id="{4F869854-3722-4B4B-9DA3-B5247AF213F2}"/>
              </a:ext>
            </a:extLst>
          </p:cNvPr>
          <p:cNvSpPr>
            <a:spLocks noGrp="1"/>
          </p:cNvSpPr>
          <p:nvPr>
            <p:ph type="pic" sz="quarter" idx="14"/>
          </p:nvPr>
        </p:nvSpPr>
        <p:spPr>
          <a:xfrm>
            <a:off x="3071140" y="365125"/>
            <a:ext cx="2521454" cy="2197966"/>
          </a:xfrm>
          <a:solidFill>
            <a:schemeClr val="bg1"/>
          </a:solidFill>
        </p:spPr>
        <p:txBody>
          <a:bodyPr/>
          <a:lstStyle>
            <a:lvl1pPr>
              <a:defRPr b="0" i="0"/>
            </a:lvl1pPr>
          </a:lstStyle>
          <a:p>
            <a:endParaRPr lang="en-US"/>
          </a:p>
        </p:txBody>
      </p:sp>
      <p:sp>
        <p:nvSpPr>
          <p:cNvPr id="9" name="Picture Placeholder 7">
            <a:extLst>
              <a:ext uri="{FF2B5EF4-FFF2-40B4-BE49-F238E27FC236}">
                <a16:creationId xmlns:a16="http://schemas.microsoft.com/office/drawing/2014/main" id="{FB03B086-70F9-6647-BA92-BB712C63680A}"/>
              </a:ext>
            </a:extLst>
          </p:cNvPr>
          <p:cNvSpPr>
            <a:spLocks noGrp="1"/>
          </p:cNvSpPr>
          <p:nvPr>
            <p:ph type="pic" sz="quarter" idx="15"/>
          </p:nvPr>
        </p:nvSpPr>
        <p:spPr>
          <a:xfrm>
            <a:off x="5768134" y="365125"/>
            <a:ext cx="2521454" cy="2197966"/>
          </a:xfrm>
          <a:solidFill>
            <a:schemeClr val="bg1"/>
          </a:solidFill>
        </p:spPr>
        <p:txBody>
          <a:bodyPr/>
          <a:lstStyle>
            <a:lvl1pPr>
              <a:defRPr b="0" i="0"/>
            </a:lvl1pPr>
          </a:lstStyle>
          <a:p>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374146" y="2766219"/>
            <a:ext cx="7915442" cy="3454472"/>
          </a:xfrm>
          <a:solidFill>
            <a:schemeClr val="bg1"/>
          </a:solidFill>
        </p:spPr>
        <p:txBody>
          <a:bodyPr/>
          <a:lstStyle>
            <a:lvl1pPr>
              <a:defRPr b="0" i="0"/>
            </a:lvl1pPr>
          </a:lstStyle>
          <a:p>
            <a:endParaRPr lang="en-US"/>
          </a:p>
        </p:txBody>
      </p:sp>
      <p:sp>
        <p:nvSpPr>
          <p:cNvPr id="11" name="Text Placeholder 6">
            <a:extLst>
              <a:ext uri="{FF2B5EF4-FFF2-40B4-BE49-F238E27FC236}">
                <a16:creationId xmlns:a16="http://schemas.microsoft.com/office/drawing/2014/main" id="{7BDCB00E-E181-034A-B4E2-2FB1C9C17883}"/>
              </a:ext>
            </a:extLst>
          </p:cNvPr>
          <p:cNvSpPr>
            <a:spLocks noGrp="1"/>
          </p:cNvSpPr>
          <p:nvPr>
            <p:ph type="body" sz="quarter" idx="17"/>
          </p:nvPr>
        </p:nvSpPr>
        <p:spPr>
          <a:xfrm>
            <a:off x="8610599" y="2766219"/>
            <a:ext cx="3207255" cy="3454472"/>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0434578"/>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9C9FDFD-46CB-994A-91E3-5605B71DBF4A}"/>
              </a:ext>
            </a:extLst>
          </p:cNvPr>
          <p:cNvSpPr>
            <a:spLocks noGrp="1"/>
          </p:cNvSpPr>
          <p:nvPr>
            <p:ph type="pic" sz="quarter" idx="13"/>
          </p:nvPr>
        </p:nvSpPr>
        <p:spPr>
          <a:xfrm>
            <a:off x="374146" y="697634"/>
            <a:ext cx="2553805" cy="2516620"/>
          </a:xfrm>
          <a:solidFill>
            <a:schemeClr val="bg1"/>
          </a:solidFill>
        </p:spPr>
        <p:txBody>
          <a:bodyPr/>
          <a:lstStyle>
            <a:lvl1pPr>
              <a:defRPr b="0" i="0"/>
            </a:lvl1pPr>
          </a:lstStyle>
          <a:p>
            <a:endParaRPr lang="en-US"/>
          </a:p>
        </p:txBody>
      </p:sp>
      <p:sp>
        <p:nvSpPr>
          <p:cNvPr id="4" name="Date Placeholder 3">
            <a:extLst>
              <a:ext uri="{FF2B5EF4-FFF2-40B4-BE49-F238E27FC236}">
                <a16:creationId xmlns:a16="http://schemas.microsoft.com/office/drawing/2014/main" id="{CD16ABB3-7049-994D-B5D6-64F867F5CD7B}"/>
              </a:ext>
            </a:extLst>
          </p:cNvPr>
          <p:cNvSpPr>
            <a:spLocks noGrp="1"/>
          </p:cNvSpPr>
          <p:nvPr>
            <p:ph type="dt" sz="half" idx="10"/>
          </p:nvPr>
        </p:nvSpPr>
        <p:spPr/>
        <p:txBody>
          <a:body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B46ED8D3-9228-7549-BC3E-16B137DF5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AB4936-B3C3-224D-8B91-F63EDBA06598}"/>
              </a:ext>
            </a:extLst>
          </p:cNvPr>
          <p:cNvSpPr>
            <a:spLocks noGrp="1"/>
          </p:cNvSpPr>
          <p:nvPr>
            <p:ph type="sldNum" sz="quarter" idx="12"/>
          </p:nvPr>
        </p:nvSpPr>
        <p:spPr/>
        <p:txBody>
          <a:bodyPr/>
          <a:lstStyle/>
          <a:p>
            <a:fld id="{7E324480-4799-EE47-8D39-A19AEB828813}" type="slidenum">
              <a:rPr lang="en-US" smtClean="0"/>
              <a:t>‹#›</a:t>
            </a:fld>
            <a:endParaRPr lang="en-US"/>
          </a:p>
        </p:txBody>
      </p:sp>
      <p:sp>
        <p:nvSpPr>
          <p:cNvPr id="7" name="Picture Placeholder 7">
            <a:extLst>
              <a:ext uri="{FF2B5EF4-FFF2-40B4-BE49-F238E27FC236}">
                <a16:creationId xmlns:a16="http://schemas.microsoft.com/office/drawing/2014/main" id="{4F869854-3722-4B4B-9DA3-B5247AF213F2}"/>
              </a:ext>
            </a:extLst>
          </p:cNvPr>
          <p:cNvSpPr>
            <a:spLocks noGrp="1"/>
          </p:cNvSpPr>
          <p:nvPr>
            <p:ph type="pic" sz="quarter" idx="14"/>
          </p:nvPr>
        </p:nvSpPr>
        <p:spPr>
          <a:xfrm>
            <a:off x="3223540" y="697634"/>
            <a:ext cx="2553805" cy="2516620"/>
          </a:xfrm>
          <a:solidFill>
            <a:schemeClr val="bg1"/>
          </a:solidFill>
        </p:spPr>
        <p:txBody>
          <a:bodyPr/>
          <a:lstStyle>
            <a:lvl1pPr>
              <a:defRPr b="0" i="0"/>
            </a:lvl1pPr>
          </a:lstStyle>
          <a:p>
            <a:endParaRPr lang="en-US"/>
          </a:p>
        </p:txBody>
      </p:sp>
      <p:sp>
        <p:nvSpPr>
          <p:cNvPr id="9" name="Picture Placeholder 7">
            <a:extLst>
              <a:ext uri="{FF2B5EF4-FFF2-40B4-BE49-F238E27FC236}">
                <a16:creationId xmlns:a16="http://schemas.microsoft.com/office/drawing/2014/main" id="{FB03B086-70F9-6647-BA92-BB712C63680A}"/>
              </a:ext>
            </a:extLst>
          </p:cNvPr>
          <p:cNvSpPr>
            <a:spLocks noGrp="1"/>
          </p:cNvSpPr>
          <p:nvPr>
            <p:ph type="pic" sz="quarter" idx="15"/>
          </p:nvPr>
        </p:nvSpPr>
        <p:spPr>
          <a:xfrm>
            <a:off x="374145" y="3532908"/>
            <a:ext cx="2553805" cy="2516620"/>
          </a:xfrm>
          <a:solidFill>
            <a:schemeClr val="bg1"/>
          </a:solidFill>
        </p:spPr>
        <p:txBody>
          <a:bodyPr/>
          <a:lstStyle>
            <a:lvl1pPr>
              <a:defRPr b="0" i="0"/>
            </a:lvl1pPr>
          </a:lstStyle>
          <a:p>
            <a:endParaRPr lang="en-US"/>
          </a:p>
        </p:txBody>
      </p:sp>
      <p:sp>
        <p:nvSpPr>
          <p:cNvPr id="10" name="Picture Placeholder 7">
            <a:extLst>
              <a:ext uri="{FF2B5EF4-FFF2-40B4-BE49-F238E27FC236}">
                <a16:creationId xmlns:a16="http://schemas.microsoft.com/office/drawing/2014/main" id="{818034BB-DC7D-2640-9E8B-61B598FF7615}"/>
              </a:ext>
            </a:extLst>
          </p:cNvPr>
          <p:cNvSpPr>
            <a:spLocks noGrp="1"/>
          </p:cNvSpPr>
          <p:nvPr>
            <p:ph type="pic" sz="quarter" idx="16"/>
          </p:nvPr>
        </p:nvSpPr>
        <p:spPr>
          <a:xfrm>
            <a:off x="3223540" y="3532908"/>
            <a:ext cx="2553805" cy="2516620"/>
          </a:xfrm>
          <a:solidFill>
            <a:schemeClr val="bg1"/>
          </a:solidFill>
        </p:spPr>
        <p:txBody>
          <a:bodyPr/>
          <a:lstStyle>
            <a:lvl1pPr>
              <a:defRPr b="0" i="0"/>
            </a:lvl1pPr>
          </a:lstStyle>
          <a:p>
            <a:endParaRPr lang="en-US"/>
          </a:p>
        </p:txBody>
      </p:sp>
      <p:sp>
        <p:nvSpPr>
          <p:cNvPr id="3" name="Title 2">
            <a:extLst>
              <a:ext uri="{FF2B5EF4-FFF2-40B4-BE49-F238E27FC236}">
                <a16:creationId xmlns:a16="http://schemas.microsoft.com/office/drawing/2014/main" id="{A98DFC60-50BC-894B-8B80-24E61B8F5646}"/>
              </a:ext>
            </a:extLst>
          </p:cNvPr>
          <p:cNvSpPr>
            <a:spLocks noGrp="1"/>
          </p:cNvSpPr>
          <p:nvPr>
            <p:ph type="title"/>
          </p:nvPr>
        </p:nvSpPr>
        <p:spPr>
          <a:xfrm>
            <a:off x="6072934" y="1888691"/>
            <a:ext cx="5280866" cy="1325563"/>
          </a:xfrm>
        </p:spPr>
        <p:txBody>
          <a:bodyPr/>
          <a:lstStyle/>
          <a:p>
            <a:r>
              <a:rPr lang="en-US"/>
              <a:t>Click to edit Master title style</a:t>
            </a:r>
          </a:p>
        </p:txBody>
      </p:sp>
      <p:sp>
        <p:nvSpPr>
          <p:cNvPr id="11" name="Text Placeholder 6">
            <a:extLst>
              <a:ext uri="{FF2B5EF4-FFF2-40B4-BE49-F238E27FC236}">
                <a16:creationId xmlns:a16="http://schemas.microsoft.com/office/drawing/2014/main" id="{6A80F8A3-B225-6547-B2D1-86354B64A79A}"/>
              </a:ext>
            </a:extLst>
          </p:cNvPr>
          <p:cNvSpPr>
            <a:spLocks noGrp="1"/>
          </p:cNvSpPr>
          <p:nvPr>
            <p:ph type="body" sz="quarter" idx="17"/>
          </p:nvPr>
        </p:nvSpPr>
        <p:spPr>
          <a:xfrm>
            <a:off x="6096000" y="3435925"/>
            <a:ext cx="5257800" cy="1938771"/>
          </a:xfrm>
        </p:spPr>
        <p:txBody>
          <a:bodyPr>
            <a:noAutofit/>
          </a:bodyPr>
          <a:lstStyle>
            <a:lvl1pPr marL="0" indent="0">
              <a:buNone/>
              <a:defRPr sz="1800" b="0" i="0"/>
            </a:lvl1pPr>
            <a:lvl2pPr marL="457200" indent="0">
              <a:buNone/>
              <a:defRPr sz="1600" b="0" i="0"/>
            </a:lvl2pPr>
            <a:lvl3pPr marL="914400" indent="0">
              <a:buNone/>
              <a:defRPr sz="1400" b="0" i="0"/>
            </a:lvl3pPr>
            <a:lvl4pPr marL="1371600" indent="0">
              <a:buNone/>
              <a:defRPr sz="1200" b="0" i="0"/>
            </a:lvl4pPr>
            <a:lvl5pPr marL="1828800" indent="0">
              <a:buNone/>
              <a:defRPr sz="12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103995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34" Type="http://schemas.openxmlformats.org/officeDocument/2006/relationships/theme" Target="../theme/theme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33" Type="http://schemas.openxmlformats.org/officeDocument/2006/relationships/slideLayout" Target="../slideLayouts/slideLayout55.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29" Type="http://schemas.openxmlformats.org/officeDocument/2006/relationships/slideLayout" Target="../slideLayouts/slideLayout51.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32" Type="http://schemas.openxmlformats.org/officeDocument/2006/relationships/slideLayout" Target="../slideLayouts/slideLayout54.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31" Type="http://schemas.openxmlformats.org/officeDocument/2006/relationships/slideLayout" Target="../slideLayouts/slideLayout53.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slideLayout" Target="../slideLayouts/slideLayout52.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5/23/2024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C49BB2-A863-4143-8987-D6557B0368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B33CAB-B822-1334-824C-8BE5BD8F9D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BF9042-5AA4-8CA7-6212-2FB7B9B0C7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3C3E83-6089-4A27-8EB3-80F507B7C83F}" type="datetimeFigureOut">
              <a:rPr lang="en-IN" smtClean="0"/>
              <a:t>23-05-2024</a:t>
            </a:fld>
            <a:endParaRPr lang="en-IN"/>
          </a:p>
        </p:txBody>
      </p:sp>
      <p:sp>
        <p:nvSpPr>
          <p:cNvPr id="5" name="Footer Placeholder 4">
            <a:extLst>
              <a:ext uri="{FF2B5EF4-FFF2-40B4-BE49-F238E27FC236}">
                <a16:creationId xmlns:a16="http://schemas.microsoft.com/office/drawing/2014/main" id="{0A733E7B-3E52-3D40-8571-971481CAF5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6" name="Slide Number Placeholder 5">
            <a:extLst>
              <a:ext uri="{FF2B5EF4-FFF2-40B4-BE49-F238E27FC236}">
                <a16:creationId xmlns:a16="http://schemas.microsoft.com/office/drawing/2014/main" id="{F7156A8B-C777-BD03-F22D-E868769B65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1AE049C-A43A-4126-92B3-0473150155E9}" type="slidenum">
              <a:rPr lang="en-IN" smtClean="0"/>
              <a:t>‹#›</a:t>
            </a:fld>
            <a:endParaRPr lang="en-IN"/>
          </a:p>
        </p:txBody>
      </p:sp>
    </p:spTree>
    <p:extLst>
      <p:ext uri="{BB962C8B-B14F-4D97-AF65-F5344CB8AC3E}">
        <p14:creationId xmlns:p14="http://schemas.microsoft.com/office/powerpoint/2010/main" val="25831920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2B6463-B070-BB45-90E2-9C1C867AAD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D6BF2F-F7D7-2B45-880A-9B98D91FE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661682-1BF7-EE41-9243-D95AF59C9E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lvl="0">
              <a:defRPr lang="en-US"/>
            </a:defPPr>
            <a:lvl1pPr marL="0" lvl="0" algn="l" defTabSz="914400" rtl="0" eaLnBrk="1" latinLnBrk="0" hangingPunct="1">
              <a:defRPr sz="1000" b="0" i="0" kern="1200">
                <a:solidFill>
                  <a:schemeClr val="bg2">
                    <a:lumMod val="25000"/>
                  </a:schemeClr>
                </a:solidFill>
                <a:latin typeface="Oswald Medium" pitchFamily="2" charset="77"/>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fld id="{CC488FE3-79BF-DB4F-B648-6A8349C22FAF}" type="datetimeFigureOut">
              <a:rPr lang="en-US" smtClean="0"/>
              <a:t>5/23/2024</a:t>
            </a:fld>
            <a:endParaRPr lang="en-US"/>
          </a:p>
        </p:txBody>
      </p:sp>
      <p:sp>
        <p:nvSpPr>
          <p:cNvPr id="5" name="Footer Placeholder 4">
            <a:extLst>
              <a:ext uri="{FF2B5EF4-FFF2-40B4-BE49-F238E27FC236}">
                <a16:creationId xmlns:a16="http://schemas.microsoft.com/office/drawing/2014/main" id="{251642CB-2366-3F4E-9D73-1789D4B061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lvl="0">
              <a:defRPr lang="en-US"/>
            </a:defPPr>
            <a:lvl1pPr marL="0" lvl="0" algn="ctr" defTabSz="914400" rtl="0" eaLnBrk="1" latinLnBrk="0" hangingPunct="1">
              <a:defRPr sz="1000" b="0" i="0" kern="1200">
                <a:solidFill>
                  <a:schemeClr val="bg2">
                    <a:lumMod val="25000"/>
                  </a:schemeClr>
                </a:solidFill>
                <a:latin typeface="Oswald Medium" pitchFamily="2" charset="77"/>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endParaRPr lang="en-US"/>
          </a:p>
        </p:txBody>
      </p:sp>
      <p:sp>
        <p:nvSpPr>
          <p:cNvPr id="6" name="Slide Number Placeholder 5">
            <a:extLst>
              <a:ext uri="{FF2B5EF4-FFF2-40B4-BE49-F238E27FC236}">
                <a16:creationId xmlns:a16="http://schemas.microsoft.com/office/drawing/2014/main" id="{866B88C8-E345-D145-89E4-13B882F99E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lvl="0">
              <a:defRPr lang="en-US"/>
            </a:defPPr>
            <a:lvl1pPr marL="0" lvl="0" algn="r" defTabSz="914400" rtl="0" eaLnBrk="1" latinLnBrk="0" hangingPunct="1">
              <a:defRPr sz="1000" b="0" i="0" kern="1200">
                <a:solidFill>
                  <a:schemeClr val="bg2">
                    <a:lumMod val="25000"/>
                  </a:schemeClr>
                </a:solidFill>
                <a:latin typeface="Oswald Medium" pitchFamily="2" charset="77"/>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fld id="{7E324480-4799-EE47-8D39-A19AEB828813}" type="slidenum">
              <a:rPr lang="en-US" smtClean="0"/>
              <a:t>‹#›</a:t>
            </a:fld>
            <a:endParaRPr lang="en-US"/>
          </a:p>
        </p:txBody>
      </p:sp>
    </p:spTree>
    <p:extLst>
      <p:ext uri="{BB962C8B-B14F-4D97-AF65-F5344CB8AC3E}">
        <p14:creationId xmlns:p14="http://schemas.microsoft.com/office/powerpoint/2010/main" val="180601147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 id="2147483776" r:id="rId23"/>
    <p:sldLayoutId id="2147483777" r:id="rId24"/>
    <p:sldLayoutId id="2147483778" r:id="rId25"/>
    <p:sldLayoutId id="2147483779" r:id="rId26"/>
    <p:sldLayoutId id="2147483780" r:id="rId27"/>
    <p:sldLayoutId id="2147483781" r:id="rId28"/>
    <p:sldLayoutId id="2147483782" r:id="rId29"/>
    <p:sldLayoutId id="2147483783" r:id="rId30"/>
    <p:sldLayoutId id="2147483784" r:id="rId31"/>
    <p:sldLayoutId id="2147483785" r:id="rId32"/>
    <p:sldLayoutId id="2147483786" r:id="rId33"/>
  </p:sldLayoutIdLst>
  <p:transition/>
  <p:txStyles>
    <p:titleStyle>
      <a:lvl1pPr algn="l" defTabSz="914400" rtl="0" eaLnBrk="1" latinLnBrk="0" hangingPunct="1">
        <a:lnSpc>
          <a:spcPct val="90000"/>
        </a:lnSpc>
        <a:spcBef>
          <a:spcPct val="0"/>
        </a:spcBef>
        <a:buNone/>
        <a:defRPr sz="4400" b="0" i="0" kern="1200" cap="all" baseline="0">
          <a:solidFill>
            <a:schemeClr val="accent1"/>
          </a:solidFill>
          <a:latin typeface="Oswald Medium" pitchFamily="2" charset="77"/>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b="0" i="0" kern="1200">
          <a:solidFill>
            <a:schemeClr val="tx1"/>
          </a:solidFill>
          <a:latin typeface="Chivo Light" pitchFamily="2" charset="77"/>
          <a:ea typeface="Roboto Light" panose="02000000000000000000" pitchFamily="2" charset="0"/>
          <a:cs typeface="+mn-cs"/>
        </a:defRPr>
      </a:lvl1pPr>
      <a:lvl2pPr marL="685800" indent="-228600" algn="l" defTabSz="914400" rtl="0" eaLnBrk="1" latinLnBrk="0" hangingPunct="1">
        <a:lnSpc>
          <a:spcPct val="90000"/>
        </a:lnSpc>
        <a:spcBef>
          <a:spcPts val="500"/>
        </a:spcBef>
        <a:buFont typeface="Arial" pitchFamily="34" charset="0"/>
        <a:buChar char="•"/>
        <a:defRPr sz="2400" b="0" i="0" kern="1200">
          <a:solidFill>
            <a:schemeClr val="tx1"/>
          </a:solidFill>
          <a:latin typeface="Chivo Light" pitchFamily="2" charset="77"/>
          <a:ea typeface="Roboto Light" panose="02000000000000000000" pitchFamily="2" charset="0"/>
          <a:cs typeface="+mn-cs"/>
        </a:defRPr>
      </a:lvl2pPr>
      <a:lvl3pPr marL="1143000" indent="-228600" algn="l" defTabSz="914400" rtl="0" eaLnBrk="1" latinLnBrk="0" hangingPunct="1">
        <a:lnSpc>
          <a:spcPct val="90000"/>
        </a:lnSpc>
        <a:spcBef>
          <a:spcPts val="500"/>
        </a:spcBef>
        <a:buFont typeface="Arial" pitchFamily="34" charset="0"/>
        <a:buChar char="•"/>
        <a:defRPr sz="2000" b="0" i="0" kern="1200">
          <a:solidFill>
            <a:schemeClr val="tx1"/>
          </a:solidFill>
          <a:latin typeface="Chivo Light" pitchFamily="2" charset="77"/>
          <a:ea typeface="Roboto Light" panose="02000000000000000000" pitchFamily="2" charset="0"/>
          <a:cs typeface="+mn-cs"/>
        </a:defRPr>
      </a:lvl3pPr>
      <a:lvl4pPr marL="1600200" indent="-228600" algn="l" defTabSz="914400" rtl="0" eaLnBrk="1" latinLnBrk="0" hangingPunct="1">
        <a:lnSpc>
          <a:spcPct val="90000"/>
        </a:lnSpc>
        <a:spcBef>
          <a:spcPts val="500"/>
        </a:spcBef>
        <a:buFont typeface="Arial" pitchFamily="34" charset="0"/>
        <a:buChar char="•"/>
        <a:defRPr sz="1800" b="0" i="0" kern="1200">
          <a:solidFill>
            <a:schemeClr val="tx1"/>
          </a:solidFill>
          <a:latin typeface="Chivo Light" pitchFamily="2" charset="77"/>
          <a:ea typeface="Roboto Light" panose="02000000000000000000" pitchFamily="2" charset="0"/>
          <a:cs typeface="+mn-cs"/>
        </a:defRPr>
      </a:lvl4pPr>
      <a:lvl5pPr marL="2057400" indent="-228600" algn="l" defTabSz="914400" rtl="0" eaLnBrk="1" latinLnBrk="0" hangingPunct="1">
        <a:lnSpc>
          <a:spcPct val="90000"/>
        </a:lnSpc>
        <a:spcBef>
          <a:spcPts val="500"/>
        </a:spcBef>
        <a:buFont typeface="Arial" pitchFamily="34" charset="0"/>
        <a:buChar char="•"/>
        <a:defRPr sz="1800" b="0" i="0" kern="1200">
          <a:solidFill>
            <a:schemeClr val="tx1"/>
          </a:solidFill>
          <a:latin typeface="Chivo Light" pitchFamily="2" charset="77"/>
          <a:ea typeface="Roboto Light" panose="02000000000000000000" pitchFamily="2" charset="0"/>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5" Type="http://schemas.openxmlformats.org/officeDocument/2006/relationships/image" Target="../media/image4.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5" Type="http://schemas.openxmlformats.org/officeDocument/2006/relationships/image" Target="../media/image5.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4.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5" Type="http://schemas.openxmlformats.org/officeDocument/2006/relationships/image" Target="../media/image9.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58BC7-A29F-3AB7-3273-AE22E853DC88}"/>
              </a:ext>
            </a:extLst>
          </p:cNvPr>
          <p:cNvSpPr>
            <a:spLocks noGrp="1"/>
          </p:cNvSpPr>
          <p:nvPr>
            <p:ph type="ctrTitle"/>
          </p:nvPr>
        </p:nvSpPr>
        <p:spPr>
          <a:xfrm>
            <a:off x="1524000" y="5778229"/>
            <a:ext cx="9144000" cy="526859"/>
          </a:xfrm>
        </p:spPr>
        <p:txBody>
          <a:bodyPr>
            <a:normAutofit fontScale="90000"/>
          </a:bodyPr>
          <a:lstStyle/>
          <a:p>
            <a:r>
              <a:rPr lang="en-US" sz="2000" b="1" dirty="0"/>
              <a:t>School of Computer Science and Engineering</a:t>
            </a:r>
            <a:br>
              <a:rPr lang="en-US" sz="2000" b="1" dirty="0"/>
            </a:br>
            <a:r>
              <a:rPr lang="en-US" sz="2000" b="1" dirty="0"/>
              <a:t>Lovely Professional University, Punjab</a:t>
            </a:r>
            <a:endParaRPr lang="en-IN" sz="2000" b="1" dirty="0"/>
          </a:p>
        </p:txBody>
      </p:sp>
      <p:sp>
        <p:nvSpPr>
          <p:cNvPr id="3" name="Subtitle 2">
            <a:extLst>
              <a:ext uri="{FF2B5EF4-FFF2-40B4-BE49-F238E27FC236}">
                <a16:creationId xmlns:a16="http://schemas.microsoft.com/office/drawing/2014/main" id="{4399BC37-6DE2-65B5-2D4D-B4F5FDE3D5A3}"/>
              </a:ext>
            </a:extLst>
          </p:cNvPr>
          <p:cNvSpPr>
            <a:spLocks noGrp="1"/>
          </p:cNvSpPr>
          <p:nvPr>
            <p:ph type="subTitle" idx="1"/>
          </p:nvPr>
        </p:nvSpPr>
        <p:spPr>
          <a:xfrm>
            <a:off x="729574" y="2019670"/>
            <a:ext cx="11128443" cy="3135990"/>
          </a:xfrm>
        </p:spPr>
        <p:txBody>
          <a:bodyPr>
            <a:normAutofit/>
          </a:bodyPr>
          <a:lstStyle/>
          <a:p>
            <a:r>
              <a:rPr lang="en-US" sz="2000" b="1" dirty="0"/>
              <a:t>Mobile Price Classification</a:t>
            </a:r>
            <a:endParaRPr lang="en-US" sz="1600" b="1" dirty="0"/>
          </a:p>
          <a:p>
            <a:pPr algn="l"/>
            <a:r>
              <a:rPr lang="en-US" sz="1600" b="1" dirty="0"/>
              <a:t>    Team members       :   </a:t>
            </a:r>
            <a:r>
              <a:rPr lang="en-US" sz="1600" dirty="0"/>
              <a:t>Harsha Vardhan Tamarana (12005900), </a:t>
            </a:r>
            <a:r>
              <a:rPr lang="fi-FI" sz="1600" dirty="0"/>
              <a:t>Poorna Sri Pavan Teja Tavva </a:t>
            </a:r>
            <a:r>
              <a:rPr lang="en-US" sz="1600" dirty="0"/>
              <a:t>(12012967), Sai Rohith Kumar     		      Golem (12001910), Rohit Vardhan Reddy </a:t>
            </a:r>
            <a:r>
              <a:rPr lang="en-US" sz="1600" dirty="0" err="1"/>
              <a:t>Pininti</a:t>
            </a:r>
            <a:r>
              <a:rPr lang="en-US" sz="1600" dirty="0"/>
              <a:t> (12003330), </a:t>
            </a:r>
            <a:r>
              <a:rPr lang="en-US" sz="1600" dirty="0" err="1"/>
              <a:t>Siddartha</a:t>
            </a:r>
            <a:r>
              <a:rPr lang="en-US" sz="1600" dirty="0"/>
              <a:t> Reddy </a:t>
            </a:r>
            <a:r>
              <a:rPr lang="en-US" sz="1600" dirty="0" err="1"/>
              <a:t>Gedela</a:t>
            </a:r>
            <a:r>
              <a:rPr lang="en-US" sz="1600" dirty="0"/>
              <a:t> (12017284), 	                            </a:t>
            </a:r>
            <a:r>
              <a:rPr lang="en-US" sz="1600" dirty="0" err="1"/>
              <a:t>Jaswanth</a:t>
            </a:r>
            <a:r>
              <a:rPr lang="en-US" sz="1600" dirty="0"/>
              <a:t> Kumar Reddi (12006714)</a:t>
            </a:r>
          </a:p>
          <a:p>
            <a:pPr algn="l"/>
            <a:r>
              <a:rPr lang="en-US" sz="1600" dirty="0"/>
              <a:t>   </a:t>
            </a:r>
            <a:r>
              <a:rPr lang="en-US" sz="1600" b="1" dirty="0"/>
              <a:t>Group number          :   </a:t>
            </a:r>
            <a:r>
              <a:rPr lang="en-US" sz="1600" dirty="0"/>
              <a:t>CSERGC0077</a:t>
            </a:r>
          </a:p>
          <a:p>
            <a:pPr algn="l"/>
            <a:r>
              <a:rPr lang="en-US" sz="1600" dirty="0"/>
              <a:t>   </a:t>
            </a:r>
            <a:r>
              <a:rPr lang="en-US" sz="1600" b="1" dirty="0"/>
              <a:t>Course name            :   </a:t>
            </a:r>
            <a:r>
              <a:rPr lang="en-US" sz="1600" dirty="0"/>
              <a:t>CSE445 (Capstone Project)</a:t>
            </a:r>
          </a:p>
          <a:p>
            <a:pPr algn="l"/>
            <a:r>
              <a:rPr lang="en-US" sz="1600" b="1" dirty="0"/>
              <a:t>   Project Supervisor :   </a:t>
            </a:r>
            <a:r>
              <a:rPr lang="en-US" sz="1600" dirty="0" err="1"/>
              <a:t>Aashima</a:t>
            </a:r>
            <a:r>
              <a:rPr lang="en-US" sz="1600" dirty="0"/>
              <a:t> (28968)</a:t>
            </a:r>
            <a:endParaRPr lang="en-IN" sz="1600" b="1" dirty="0"/>
          </a:p>
        </p:txBody>
      </p:sp>
      <p:pic>
        <p:nvPicPr>
          <p:cNvPr id="5" name="Picture 4">
            <a:extLst>
              <a:ext uri="{FF2B5EF4-FFF2-40B4-BE49-F238E27FC236}">
                <a16:creationId xmlns:a16="http://schemas.microsoft.com/office/drawing/2014/main" id="{0B622F75-E70F-48DE-A95A-5A789849BA12}"/>
              </a:ext>
            </a:extLst>
          </p:cNvPr>
          <p:cNvPicPr>
            <a:picLocks noChangeAspect="1"/>
          </p:cNvPicPr>
          <p:nvPr/>
        </p:nvPicPr>
        <p:blipFill>
          <a:blip r:embed="rId2"/>
          <a:stretch>
            <a:fillRect/>
          </a:stretch>
        </p:blipFill>
        <p:spPr>
          <a:xfrm>
            <a:off x="4283569" y="0"/>
            <a:ext cx="3624862" cy="1638908"/>
          </a:xfrm>
          <a:prstGeom prst="rect">
            <a:avLst/>
          </a:prstGeom>
        </p:spPr>
      </p:pic>
    </p:spTree>
    <p:extLst>
      <p:ext uri="{BB962C8B-B14F-4D97-AF65-F5344CB8AC3E}">
        <p14:creationId xmlns:p14="http://schemas.microsoft.com/office/powerpoint/2010/main" val="242863439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9" name="Rectangle 2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699714" y="353160"/>
            <a:ext cx="7091300" cy="898581"/>
          </a:xfrm>
        </p:spPr>
        <p:txBody>
          <a:bodyPr vert="horz" lIns="91440" tIns="45720" rIns="91440" bIns="45720" rtlCol="0" anchor="ctr">
            <a:normAutofit/>
          </a:bodyPr>
          <a:lstStyle/>
          <a:p>
            <a:pPr algn="l"/>
            <a:r>
              <a:rPr lang="en-US" sz="4000" b="1">
                <a:solidFill>
                  <a:srgbClr val="FFFFFF"/>
                </a:solidFill>
                <a:latin typeface="+mj-lt"/>
              </a:rPr>
              <a:t>ACCPETANCE LETTER</a:t>
            </a:r>
          </a:p>
        </p:txBody>
      </p:sp>
      <p:pic>
        <p:nvPicPr>
          <p:cNvPr id="6" name="Picture 5" descr="A letter of acceptance to a customer&#10;&#10;Description automatically generated with medium confidence">
            <a:extLst>
              <a:ext uri="{FF2B5EF4-FFF2-40B4-BE49-F238E27FC236}">
                <a16:creationId xmlns:a16="http://schemas.microsoft.com/office/drawing/2014/main" id="{B80845DE-24A0-E775-A8D6-9D9BCE9707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79776" y="2132856"/>
            <a:ext cx="2828465" cy="3997831"/>
          </a:xfrm>
          <a:prstGeom prst="rect">
            <a:avLst/>
          </a:prstGeom>
        </p:spPr>
      </p:pic>
    </p:spTree>
    <p:extLst>
      <p:ext uri="{BB962C8B-B14F-4D97-AF65-F5344CB8AC3E}">
        <p14:creationId xmlns:p14="http://schemas.microsoft.com/office/powerpoint/2010/main" val="232473035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27384"/>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838200" y="676275"/>
            <a:ext cx="10515600" cy="847763"/>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introduction</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753362" y="1609783"/>
            <a:ext cx="8685276" cy="3849724"/>
          </a:xfrm>
        </p:spPr>
        <p:txBody>
          <a:bodyPr>
            <a:noAutofit/>
          </a:bodyPr>
          <a:lstStyle/>
          <a:p>
            <a:pPr marL="0" indent="0" algn="just">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Aim</a:t>
            </a:r>
          </a:p>
          <a:p>
            <a:pPr marL="0" indent="0" algn="just">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The aim of this study is to explore and evaluate the efficacy of various classification algorithms in predicting mobile phone prices. By delving into the underlying principles and practical applications of these algorithms, the research seeks to provide valuable insights that assist practitioners, researchers, and enthusiasts in making informed decisions in the rapidly evolving field of mobile technology.</a:t>
            </a:r>
          </a:p>
          <a:p>
            <a:pPr marL="0" indent="0" algn="just">
              <a:buNone/>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Objectives</a:t>
            </a:r>
          </a:p>
          <a:p>
            <a:pPr marL="0" indent="0" algn="just">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The objectives of this study include conducting an in-depth analysis of various classification algorithms, assessing their performance in predicting mobile phone prices, and demonstrating their applicability in real-world scenarios. Additionally, the study aims to compare the effectiveness of different algorithms in terms of accuracy, efficiency, and scalability, while offering practical guidance and best practices for implementation.</a:t>
            </a: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810876" y="-85744"/>
            <a:ext cx="1381124" cy="847763"/>
          </a:xfrm>
          <a:prstGeom prst="rect">
            <a:avLst/>
          </a:prstGeom>
        </p:spPr>
      </p:pic>
    </p:spTree>
    <p:extLst>
      <p:ext uri="{BB962C8B-B14F-4D97-AF65-F5344CB8AC3E}">
        <p14:creationId xmlns:p14="http://schemas.microsoft.com/office/powerpoint/2010/main" val="101918692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24638" y="-85744"/>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838200" y="676275"/>
            <a:ext cx="10515600" cy="847763"/>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introduction</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753362" y="1609782"/>
            <a:ext cx="8685276" cy="3979457"/>
          </a:xfrm>
        </p:spPr>
        <p:txBody>
          <a:bodyPr>
            <a:noAutofit/>
          </a:bodyPr>
          <a:lstStyle/>
          <a:p>
            <a:pPr marL="0" indent="0" algn="just">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Uses</a:t>
            </a:r>
          </a:p>
          <a:p>
            <a:pPr marL="0" indent="0" algn="just">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This research has several practical uses, such as enabling businesses to forecast mobile phone prices for strategic planning and competitive analysis, helping consumers make informed purchasing decisions, and assisting retailers in inventory management by anticipating price changes. It also guides manufacturers in pricing new models competitively and provides a foundation for further research in machine learning applications within the mobile technology sector.</a:t>
            </a:r>
          </a:p>
          <a:p>
            <a:pPr marL="0" indent="0" algn="just">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Future Scope</a:t>
            </a:r>
          </a:p>
          <a:p>
            <a:pPr marL="0" indent="0" algn="just">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The future scope of this research includes enhancing the accuracy and efficiency of classification algorithms, integrating machine learning with other technologies like IoT and blockchain for more robust pricing models, and developing real-time price prediction capabilities. Additionally, there is potential for applying these algorithms to other domains such as electronics, automotive, and real estate, while addressing ethical concerns related to algorithmic decision-making to ensure fair and responsible use of technology.</a:t>
            </a: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810876" y="-85744"/>
            <a:ext cx="1381124" cy="847763"/>
          </a:xfrm>
          <a:prstGeom prst="rect">
            <a:avLst/>
          </a:prstGeom>
        </p:spPr>
      </p:pic>
    </p:spTree>
    <p:extLst>
      <p:ext uri="{BB962C8B-B14F-4D97-AF65-F5344CB8AC3E}">
        <p14:creationId xmlns:p14="http://schemas.microsoft.com/office/powerpoint/2010/main" val="51955756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65467" y="0"/>
            <a:ext cx="12192000" cy="6858000"/>
          </a:xfrm>
          <a:solidFill>
            <a:schemeClr val="bg1"/>
          </a:solidFill>
        </p:spPr>
      </p:pic>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068522" y="1052736"/>
            <a:ext cx="9924022" cy="4630887"/>
          </a:xfrm>
        </p:spPr>
        <p:txBody>
          <a:bodyPr>
            <a:normAutofit/>
          </a:bodyPr>
          <a:lstStyle/>
          <a:p>
            <a:pPr marL="0" indent="0" algn="just">
              <a:buNone/>
            </a:pPr>
            <a:r>
              <a:rPr lang="en-US" sz="1800" kern="100" dirty="0">
                <a:solidFill>
                  <a:srgbClr val="000000"/>
                </a:solidFill>
                <a:effectLst/>
                <a:latin typeface="Times New Roman" panose="02020603050405020304" pitchFamily="18" charset="0"/>
                <a:ea typeface="Times New Roman" panose="02020603050405020304" pitchFamily="18" charset="0"/>
              </a:rPr>
              <a:t>. </a:t>
            </a: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0" indent="0" algn="just">
              <a:buNone/>
            </a:pPr>
            <a:endParaRPr lang="en-IN" sz="1800" kern="100" dirty="0">
              <a:solidFill>
                <a:srgbClr val="000000"/>
              </a:solidFill>
              <a:latin typeface="Times New Roman" panose="02020603050405020304" pitchFamily="18" charset="0"/>
              <a:ea typeface="Times New Roman" panose="02020603050405020304" pitchFamily="18" charset="0"/>
            </a:endParaRPr>
          </a:p>
          <a:p>
            <a:pPr marL="0" indent="0" algn="just">
              <a:buNone/>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0" indent="0" algn="just">
              <a:buNone/>
            </a:pPr>
            <a:endParaRPr lang="en-IN" sz="1800" kern="100" dirty="0">
              <a:solidFill>
                <a:srgbClr val="000000"/>
              </a:solidFill>
              <a:latin typeface="Times New Roman" panose="02020603050405020304" pitchFamily="18" charset="0"/>
              <a:ea typeface="Times New Roman" panose="02020603050405020304" pitchFamily="18" charset="0"/>
            </a:endParaRPr>
          </a:p>
          <a:p>
            <a:pPr marL="0" indent="0" algn="just">
              <a:buNone/>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0" indent="0" algn="just">
              <a:buNone/>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pic>
        <p:nvPicPr>
          <p:cNvPr id="8" name="Picture 7">
            <a:extLst>
              <a:ext uri="{FF2B5EF4-FFF2-40B4-BE49-F238E27FC236}">
                <a16:creationId xmlns:a16="http://schemas.microsoft.com/office/drawing/2014/main" id="{0F8B6185-C766-39C8-112D-DDD50ECF885D}"/>
              </a:ext>
            </a:extLst>
          </p:cNvPr>
          <p:cNvPicPr/>
          <p:nvPr/>
        </p:nvPicPr>
        <p:blipFill>
          <a:blip r:embed="rId5"/>
          <a:stretch>
            <a:fillRect/>
          </a:stretch>
        </p:blipFill>
        <p:spPr>
          <a:xfrm>
            <a:off x="3503712" y="1052736"/>
            <a:ext cx="5256584" cy="4752527"/>
          </a:xfrm>
          <a:prstGeom prst="rect">
            <a:avLst/>
          </a:prstGeom>
        </p:spPr>
      </p:pic>
    </p:spTree>
    <p:extLst>
      <p:ext uri="{BB962C8B-B14F-4D97-AF65-F5344CB8AC3E}">
        <p14:creationId xmlns:p14="http://schemas.microsoft.com/office/powerpoint/2010/main" val="327813601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0"/>
            <a:ext cx="12192000" cy="6858000"/>
          </a:xfrm>
        </p:spPr>
      </p:pic>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055440" y="1196752"/>
            <a:ext cx="9924022" cy="4392488"/>
          </a:xfrm>
        </p:spPr>
        <p:txBody>
          <a:bodyPr>
            <a:normAutofit/>
          </a:bodyPr>
          <a:lstStyle/>
          <a:p>
            <a:pPr marL="0" indent="0" algn="just">
              <a:lnSpc>
                <a:spcPct val="80000"/>
              </a:lnSpc>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Data Collection:</a:t>
            </a:r>
          </a:p>
          <a:p>
            <a:pPr marL="0" indent="0" algn="just">
              <a:lnSpc>
                <a:spcPct val="80000"/>
              </a:lnSpc>
              <a:buNone/>
            </a:pPr>
            <a:r>
              <a:rPr lang="en-US" sz="1800" dirty="0">
                <a:effectLst/>
                <a:latin typeface="Times New Roman" panose="02020603050405020304" pitchFamily="18" charset="0"/>
                <a:ea typeface="Aptos" panose="020B0004020202020204" pitchFamily="34" charset="0"/>
                <a:cs typeface="Times New Roman" panose="02020603050405020304" pitchFamily="18" charset="0"/>
              </a:rPr>
              <a:t>We have collected all the information about the mobile phones that are in the market, and we divided the price </a:t>
            </a:r>
          </a:p>
          <a:p>
            <a:pPr marL="0" indent="0" algn="just">
              <a:lnSpc>
                <a:spcPct val="80000"/>
              </a:lnSpc>
              <a:buNone/>
            </a:pPr>
            <a:r>
              <a:rPr lang="en-US" sz="1800" dirty="0">
                <a:effectLst/>
                <a:latin typeface="Times New Roman" panose="02020603050405020304" pitchFamily="18" charset="0"/>
                <a:ea typeface="Aptos" panose="020B0004020202020204" pitchFamily="34" charset="0"/>
                <a:cs typeface="Times New Roman" panose="02020603050405020304" pitchFamily="18" charset="0"/>
              </a:rPr>
              <a:t>range into 1,2,3. Using this dataset we are going to classify mobiles into 3 classes. </a:t>
            </a:r>
          </a:p>
          <a:p>
            <a:pPr marL="0" indent="0" algn="just">
              <a:lnSpc>
                <a:spcPct val="80000"/>
              </a:lnSpc>
              <a:buNone/>
            </a:pPr>
            <a:endParaRPr lang="en-IN" sz="18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lnSpc>
                <a:spcPct val="80000"/>
              </a:lnSpc>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a:t>
            </a:r>
            <a:r>
              <a:rPr lang="en-IN" sz="1800" b="1" dirty="0" err="1">
                <a:solidFill>
                  <a:srgbClr val="000000"/>
                </a:solidFill>
                <a:effectLst/>
                <a:latin typeface="Times New Roman" panose="02020603050405020304" pitchFamily="18" charset="0"/>
                <a:ea typeface="Times New Roman" panose="02020603050405020304" pitchFamily="18" charset="0"/>
              </a:rPr>
              <a:t>battery_power</a:t>
            </a:r>
            <a:r>
              <a:rPr lang="en-IN" sz="1800" b="1" dirty="0">
                <a:solidFill>
                  <a:srgbClr val="000000"/>
                </a:solidFill>
                <a:effectLst/>
                <a:latin typeface="Times New Roman" panose="02020603050405020304" pitchFamily="18" charset="0"/>
                <a:ea typeface="Times New Roman" panose="02020603050405020304" pitchFamily="18" charset="0"/>
              </a:rPr>
              <a:t>:</a:t>
            </a:r>
            <a:r>
              <a:rPr lang="en-IN" sz="1800" dirty="0">
                <a:solidFill>
                  <a:srgbClr val="000000"/>
                </a:solidFill>
                <a:effectLst/>
                <a:latin typeface="Times New Roman" panose="02020603050405020304" pitchFamily="18" charset="0"/>
                <a:ea typeface="Times New Roman" panose="02020603050405020304" pitchFamily="18" charset="0"/>
              </a:rPr>
              <a:t> </a:t>
            </a: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Represents the battery power of the product/service to which the review pertains.</a:t>
            </a:r>
          </a:p>
          <a:p>
            <a:pPr marL="0" indent="0" algn="just">
              <a:lnSpc>
                <a:spcPct val="80000"/>
              </a:lnSpc>
              <a:buNone/>
            </a:pP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a:lnSpc>
                <a:spcPct val="80000"/>
              </a:lnSpc>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‘blue'</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Indicates whether the product has blue screen for eye protection or not.</a:t>
            </a:r>
          </a:p>
          <a:p>
            <a:pPr marL="0" indent="0" algn="just">
              <a:lnSpc>
                <a:spcPct val="80000"/>
              </a:lnSpc>
              <a:buNone/>
            </a:pP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a:lnSpc>
                <a:spcPct val="80000"/>
              </a:lnSpc>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1800" b="1" dirty="0" err="1">
                <a:solidFill>
                  <a:schemeClr val="tx1">
                    <a:lumMod val="85000"/>
                    <a:lumOff val="15000"/>
                  </a:schemeClr>
                </a:solidFill>
                <a:latin typeface="Times New Roman" panose="02020603050405020304" pitchFamily="18" charset="0"/>
                <a:cs typeface="Times New Roman" panose="02020603050405020304" pitchFamily="18" charset="0"/>
              </a:rPr>
              <a:t>dual_sim</a:t>
            </a: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a:t>
            </a:r>
            <a:r>
              <a:rPr lang="en-IN" sz="1800" dirty="0">
                <a:solidFill>
                  <a:srgbClr val="000000"/>
                </a:solidFill>
                <a:effectLst/>
                <a:latin typeface="Times New Roman" panose="02020603050405020304" pitchFamily="18" charset="0"/>
                <a:ea typeface="Times New Roman" panose="02020603050405020304" pitchFamily="18" charset="0"/>
              </a:rPr>
              <a:t>Binary feature indicating whether the mobile phone supports dual SIM cards.</a:t>
            </a:r>
          </a:p>
          <a:p>
            <a:pPr marL="0" indent="0" algn="just">
              <a:lnSpc>
                <a:spcPct val="80000"/>
              </a:lnSpc>
              <a:buNone/>
            </a:pPr>
            <a:endParaRPr lang="en-US" sz="1800" b="1"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a:lnSpc>
                <a:spcPct val="80000"/>
              </a:lnSpc>
              <a:buNone/>
            </a:pP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1800" b="1" dirty="0" err="1">
                <a:solidFill>
                  <a:schemeClr val="tx1">
                    <a:lumMod val="85000"/>
                    <a:lumOff val="15000"/>
                  </a:schemeClr>
                </a:solidFill>
                <a:latin typeface="Times New Roman" panose="02020603050405020304" pitchFamily="18" charset="0"/>
                <a:cs typeface="Times New Roman" panose="02020603050405020304" pitchFamily="18" charset="0"/>
              </a:rPr>
              <a:t>n_cores</a:t>
            </a:r>
            <a:r>
              <a:rPr lang="en-US" sz="1800" b="1" dirty="0">
                <a:solidFill>
                  <a:schemeClr val="tx1">
                    <a:lumMod val="85000"/>
                    <a:lumOff val="15000"/>
                  </a:schemeClr>
                </a:solidFill>
                <a:latin typeface="Times New Roman" panose="02020603050405020304" pitchFamily="18" charset="0"/>
                <a:cs typeface="Times New Roman" panose="02020603050405020304" pitchFamily="18" charset="0"/>
              </a:rPr>
              <a:t>’</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The number of CPU cores in the mobile device. </a:t>
            </a: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151407227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804863" y="377067"/>
            <a:ext cx="10515600" cy="1024509"/>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ABOUT THE DATASET</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068522" y="1930294"/>
            <a:ext cx="9924022" cy="3753329"/>
          </a:xfrm>
        </p:spPr>
        <p:txBody>
          <a:bodyPr>
            <a:normAutofit/>
          </a:bodyPr>
          <a:lstStyle/>
          <a:p>
            <a:pPr marL="0" indent="0" algn="just">
              <a:buNone/>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pic>
        <p:nvPicPr>
          <p:cNvPr id="7" name="Picture 6">
            <a:extLst>
              <a:ext uri="{FF2B5EF4-FFF2-40B4-BE49-F238E27FC236}">
                <a16:creationId xmlns:a16="http://schemas.microsoft.com/office/drawing/2014/main" id="{A9AF0DC6-DCB3-C516-7FEC-8FD23195B7EE}"/>
              </a:ext>
            </a:extLst>
          </p:cNvPr>
          <p:cNvPicPr/>
          <p:nvPr/>
        </p:nvPicPr>
        <p:blipFill>
          <a:blip r:embed="rId5"/>
          <a:stretch>
            <a:fillRect/>
          </a:stretch>
        </p:blipFill>
        <p:spPr>
          <a:xfrm>
            <a:off x="1068522" y="1988840"/>
            <a:ext cx="9707998" cy="3384375"/>
          </a:xfrm>
          <a:prstGeom prst="rect">
            <a:avLst/>
          </a:prstGeom>
        </p:spPr>
      </p:pic>
    </p:spTree>
    <p:extLst>
      <p:ext uri="{BB962C8B-B14F-4D97-AF65-F5344CB8AC3E}">
        <p14:creationId xmlns:p14="http://schemas.microsoft.com/office/powerpoint/2010/main" val="4662082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65467" y="0"/>
            <a:ext cx="12192000" cy="6858000"/>
          </a:xfrm>
          <a:solidFill>
            <a:schemeClr val="bg1"/>
          </a:solidFill>
        </p:spPr>
      </p:pic>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068522" y="1052736"/>
            <a:ext cx="9924022" cy="4630887"/>
          </a:xfrm>
        </p:spPr>
        <p:txBody>
          <a:bodyPr>
            <a:normAutofit/>
          </a:bodyPr>
          <a:lstStyle/>
          <a:p>
            <a:pPr marL="0" indent="0" algn="just">
              <a:buNone/>
            </a:pPr>
            <a:r>
              <a:rPr lang="en-IN" sz="1800" b="1" kern="100" dirty="0">
                <a:solidFill>
                  <a:srgbClr val="000000"/>
                </a:solidFill>
                <a:effectLst/>
                <a:latin typeface="Times New Roman" panose="02020603050405020304" pitchFamily="18" charset="0"/>
                <a:ea typeface="Times New Roman" panose="02020603050405020304" pitchFamily="18" charset="0"/>
              </a:rPr>
              <a:t>Data Preprocessing: </a:t>
            </a:r>
          </a:p>
          <a:p>
            <a:pPr marL="0" indent="0" algn="just">
              <a:buNone/>
            </a:pPr>
            <a:r>
              <a:rPr lang="en-US" sz="1800" kern="100" dirty="0">
                <a:solidFill>
                  <a:srgbClr val="000000"/>
                </a:solidFill>
                <a:effectLst/>
                <a:latin typeface="Times New Roman" panose="02020603050405020304" pitchFamily="18" charset="0"/>
                <a:ea typeface="Times New Roman" panose="02020603050405020304" pitchFamily="18" charset="0"/>
              </a:rPr>
              <a:t>We did check all the outliers in the dataset, and we looked for the missing values by performing and plotting different graphs. </a:t>
            </a: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0" indent="0" algn="just">
              <a:buNone/>
            </a:pPr>
            <a:endParaRPr lang="en-IN" sz="1800" kern="100" dirty="0">
              <a:solidFill>
                <a:srgbClr val="000000"/>
              </a:solidFill>
              <a:latin typeface="Times New Roman" panose="02020603050405020304" pitchFamily="18" charset="0"/>
              <a:ea typeface="Times New Roman" panose="02020603050405020304" pitchFamily="18" charset="0"/>
            </a:endParaRPr>
          </a:p>
          <a:p>
            <a:pPr marL="0" indent="0" algn="just">
              <a:buNone/>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0" indent="0" algn="just">
              <a:buNone/>
            </a:pPr>
            <a:endParaRPr lang="en-IN" sz="1800" kern="100" dirty="0">
              <a:solidFill>
                <a:srgbClr val="000000"/>
              </a:solidFill>
              <a:latin typeface="Times New Roman" panose="02020603050405020304" pitchFamily="18" charset="0"/>
              <a:ea typeface="Times New Roman" panose="02020603050405020304" pitchFamily="18" charset="0"/>
            </a:endParaRPr>
          </a:p>
          <a:p>
            <a:pPr marL="0" indent="0" algn="just">
              <a:buNone/>
            </a:pPr>
            <a:endParaRPr lang="en-IN" sz="1800" kern="100" dirty="0">
              <a:solidFill>
                <a:srgbClr val="000000"/>
              </a:solidFill>
              <a:effectLst/>
              <a:latin typeface="Times New Roman" panose="02020603050405020304" pitchFamily="18" charset="0"/>
              <a:ea typeface="Times New Roman" panose="02020603050405020304" pitchFamily="18" charset="0"/>
            </a:endParaRPr>
          </a:p>
          <a:p>
            <a:pPr marL="0" indent="0" algn="just">
              <a:buNone/>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
        <p:nvSpPr>
          <p:cNvPr id="7" name="Title 6">
            <a:extLst>
              <a:ext uri="{FF2B5EF4-FFF2-40B4-BE49-F238E27FC236}">
                <a16:creationId xmlns:a16="http://schemas.microsoft.com/office/drawing/2014/main" id="{2C1AAC8A-D761-AC90-C2D3-2361280B623F}"/>
              </a:ext>
            </a:extLst>
          </p:cNvPr>
          <p:cNvSpPr>
            <a:spLocks noGrp="1"/>
          </p:cNvSpPr>
          <p:nvPr>
            <p:ph type="title"/>
          </p:nvPr>
        </p:nvSpPr>
        <p:spPr>
          <a:xfrm>
            <a:off x="838200" y="1052736"/>
            <a:ext cx="10515600" cy="4630887"/>
          </a:xfrm>
        </p:spPr>
        <p:txBody>
          <a:bodyPr>
            <a:normAutofit/>
          </a:bodyPr>
          <a:lstStyle/>
          <a:p>
            <a:br>
              <a:rPr lang="en-IN" dirty="0"/>
            </a:br>
            <a:r>
              <a:rPr lang="en-IN" dirty="0"/>
              <a:t>          </a:t>
            </a:r>
          </a:p>
        </p:txBody>
      </p:sp>
      <p:sp>
        <p:nvSpPr>
          <p:cNvPr id="6" name="TextBox 5">
            <a:extLst>
              <a:ext uri="{FF2B5EF4-FFF2-40B4-BE49-F238E27FC236}">
                <a16:creationId xmlns:a16="http://schemas.microsoft.com/office/drawing/2014/main" id="{3B83475E-4A89-9582-6B8F-5D977DFD91EE}"/>
              </a:ext>
            </a:extLst>
          </p:cNvPr>
          <p:cNvSpPr txBox="1"/>
          <p:nvPr/>
        </p:nvSpPr>
        <p:spPr>
          <a:xfrm>
            <a:off x="1068522" y="1988840"/>
            <a:ext cx="9780006" cy="3723648"/>
          </a:xfrm>
          <a:prstGeom prst="rect">
            <a:avLst/>
          </a:prstGeom>
          <a:noFill/>
        </p:spPr>
        <p:txBody>
          <a:bodyPr wrap="square">
            <a:spAutoFit/>
          </a:bodyPr>
          <a:lstStyle/>
          <a:p>
            <a:pPr marL="6350" marR="27305" indent="-6350" algn="just">
              <a:lnSpc>
                <a:spcPct val="150000"/>
              </a:lnSpc>
              <a:spcAft>
                <a:spcPts val="935"/>
              </a:spcAft>
            </a:pPr>
            <a:r>
              <a:rPr lang="en-IN" sz="1800" kern="100" dirty="0">
                <a:solidFill>
                  <a:srgbClr val="000000"/>
                </a:solidFill>
                <a:effectLst/>
                <a:latin typeface="Times New Roman" panose="02020603050405020304" pitchFamily="18" charset="0"/>
                <a:ea typeface="Times New Roman" panose="02020603050405020304" pitchFamily="18" charset="0"/>
              </a:rPr>
              <a:t>From Fig. 1 we can see that there are very less outliers in the model nearly 2 to 3 </a:t>
            </a:r>
            <a:r>
              <a:rPr lang="en-IN" sz="1800" b="1" kern="100" dirty="0">
                <a:solidFill>
                  <a:srgbClr val="000000"/>
                </a:solidFill>
                <a:effectLst/>
                <a:latin typeface="Times New Roman" panose="02020603050405020304" pitchFamily="18" charset="0"/>
                <a:ea typeface="Times New Roman" panose="02020603050405020304" pitchFamily="18" charset="0"/>
              </a:rPr>
              <a:t>which will not affect our outcome of the models. </a:t>
            </a:r>
          </a:p>
          <a:p>
            <a:pPr marL="6350" marR="27305" indent="-6350" algn="just">
              <a:lnSpc>
                <a:spcPct val="150000"/>
              </a:lnSpc>
              <a:spcAft>
                <a:spcPts val="740"/>
              </a:spcAft>
            </a:pPr>
            <a:r>
              <a:rPr lang="en-IN" sz="1800" kern="100" dirty="0">
                <a:solidFill>
                  <a:srgbClr val="000000"/>
                </a:solidFill>
                <a:effectLst/>
                <a:latin typeface="Times New Roman" panose="02020603050405020304" pitchFamily="18" charset="0"/>
                <a:ea typeface="Times New Roman" panose="02020603050405020304" pitchFamily="18" charset="0"/>
              </a:rPr>
              <a:t>Checking the relationship between the data: </a:t>
            </a:r>
          </a:p>
          <a:p>
            <a:pPr marL="6350" marR="27305" indent="-6350" algn="just">
              <a:lnSpc>
                <a:spcPct val="150000"/>
              </a:lnSpc>
              <a:spcAft>
                <a:spcPts val="940"/>
              </a:spcAft>
            </a:pPr>
            <a:r>
              <a:rPr lang="en-IN" sz="1800" kern="100" dirty="0">
                <a:solidFill>
                  <a:srgbClr val="000000"/>
                </a:solidFill>
                <a:effectLst/>
                <a:latin typeface="Times New Roman" panose="02020603050405020304" pitchFamily="18" charset="0"/>
                <a:ea typeface="Times New Roman" panose="02020603050405020304" pitchFamily="18" charset="0"/>
              </a:rPr>
              <a:t>As mentioned in Fig. </a:t>
            </a:r>
            <a:r>
              <a:rPr lang="en-IN" kern="100" dirty="0">
                <a:solidFill>
                  <a:srgbClr val="000000"/>
                </a:solidFill>
                <a:latin typeface="Times New Roman" panose="02020603050405020304" pitchFamily="18" charset="0"/>
                <a:ea typeface="Times New Roman" panose="02020603050405020304" pitchFamily="18" charset="0"/>
              </a:rPr>
              <a:t>2</a:t>
            </a:r>
            <a:r>
              <a:rPr lang="en-IN" sz="1800" kern="100" dirty="0">
                <a:solidFill>
                  <a:srgbClr val="000000"/>
                </a:solidFill>
                <a:effectLst/>
                <a:latin typeface="Times New Roman" panose="02020603050405020304" pitchFamily="18" charset="0"/>
                <a:ea typeface="Times New Roman" panose="02020603050405020304" pitchFamily="18" charset="0"/>
              </a:rPr>
              <a:t> plotting a Scatter plot for Price range and RAM to check if there is any relation between them, similarly we have plotted scatter plots for various column names like cores, cameras, battery power, and blue</a:t>
            </a:r>
            <a:r>
              <a:rPr lang="en-IN" kern="100" dirty="0">
                <a:solidFill>
                  <a:srgbClr val="000000"/>
                </a:solidFill>
                <a:latin typeface="Times New Roman" panose="02020603050405020304" pitchFamily="18" charset="0"/>
                <a:ea typeface="Times New Roman" panose="02020603050405020304" pitchFamily="18" charset="0"/>
              </a:rPr>
              <a:t>.</a:t>
            </a:r>
          </a:p>
          <a:p>
            <a:pPr marL="6350" marR="27305" indent="-6350" algn="just">
              <a:lnSpc>
                <a:spcPct val="150000"/>
              </a:lnSpc>
              <a:spcAft>
                <a:spcPts val="940"/>
              </a:spcAft>
            </a:pPr>
            <a:r>
              <a:rPr lang="en-IN" sz="1800" kern="100" dirty="0">
                <a:solidFill>
                  <a:srgbClr val="000000"/>
                </a:solidFill>
                <a:effectLst/>
                <a:latin typeface="Times New Roman" panose="02020603050405020304" pitchFamily="18" charset="0"/>
                <a:ea typeface="Times New Roman" panose="02020603050405020304" pitchFamily="18" charset="0"/>
              </a:rPr>
              <a:t>As mentioned in Fig. 3 We found no relation between </a:t>
            </a:r>
            <a:r>
              <a:rPr lang="en-IN" sz="1800" kern="100" dirty="0" err="1">
                <a:solidFill>
                  <a:srgbClr val="000000"/>
                </a:solidFill>
                <a:effectLst/>
                <a:latin typeface="Times New Roman" panose="02020603050405020304" pitchFamily="18" charset="0"/>
                <a:ea typeface="Times New Roman" panose="02020603050405020304" pitchFamily="18" charset="0"/>
              </a:rPr>
              <a:t>n_cores</a:t>
            </a:r>
            <a:r>
              <a:rPr lang="en-IN" sz="1800" kern="100" dirty="0">
                <a:solidFill>
                  <a:srgbClr val="000000"/>
                </a:solidFill>
                <a:effectLst/>
                <a:latin typeface="Times New Roman" panose="02020603050405020304" pitchFamily="18" charset="0"/>
                <a:ea typeface="Times New Roman" panose="02020603050405020304" pitchFamily="18" charset="0"/>
              </a:rPr>
              <a:t> and </a:t>
            </a:r>
            <a:r>
              <a:rPr lang="en-IN" sz="1800" kern="100" dirty="0" err="1">
                <a:solidFill>
                  <a:srgbClr val="000000"/>
                </a:solidFill>
                <a:effectLst/>
                <a:latin typeface="Times New Roman" panose="02020603050405020304" pitchFamily="18" charset="0"/>
                <a:ea typeface="Times New Roman" panose="02020603050405020304" pitchFamily="18" charset="0"/>
              </a:rPr>
              <a:t>price_range</a:t>
            </a:r>
            <a:r>
              <a:rPr lang="en-IN" sz="1800" kern="100" dirty="0">
                <a:solidFill>
                  <a:srgbClr val="000000"/>
                </a:solidFill>
                <a:effectLst/>
                <a:latin typeface="Times New Roman" panose="02020603050405020304" pitchFamily="18" charset="0"/>
                <a:ea typeface="Times New Roman" panose="02020603050405020304" pitchFamily="18" charset="0"/>
              </a:rPr>
              <a:t>. </a:t>
            </a:r>
          </a:p>
          <a:p>
            <a:pPr marL="6350" marR="27305" indent="-6350" algn="just">
              <a:lnSpc>
                <a:spcPct val="112000"/>
              </a:lnSpc>
              <a:spcAft>
                <a:spcPts val="940"/>
              </a:spcAft>
            </a:pPr>
            <a:endParaRPr lang="en-IN" sz="1800" kern="1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3703518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graph of blue dots&#10;&#10;Description automatically generated">
            <a:extLst>
              <a:ext uri="{FF2B5EF4-FFF2-40B4-BE49-F238E27FC236}">
                <a16:creationId xmlns:a16="http://schemas.microsoft.com/office/drawing/2014/main" id="{10315EB9-ECE3-DE0B-90B7-E38415F05E42}"/>
              </a:ext>
            </a:extLst>
          </p:cNvPr>
          <p:cNvPicPr/>
          <p:nvPr/>
        </p:nvPicPr>
        <p:blipFill>
          <a:blip r:embed="rId2"/>
          <a:stretch>
            <a:fillRect/>
          </a:stretch>
        </p:blipFill>
        <p:spPr>
          <a:xfrm>
            <a:off x="484632" y="2111404"/>
            <a:ext cx="3517119" cy="2629046"/>
          </a:xfrm>
          <a:prstGeom prst="rect">
            <a:avLst/>
          </a:prstGeom>
        </p:spPr>
      </p:pic>
      <p:cxnSp>
        <p:nvCxnSpPr>
          <p:cNvPr id="17" name="Straight Connector 16">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Picture 10" descr="A graph showing the price range&#10;&#10;Description automatically generated">
            <a:extLst>
              <a:ext uri="{FF2B5EF4-FFF2-40B4-BE49-F238E27FC236}">
                <a16:creationId xmlns:a16="http://schemas.microsoft.com/office/drawing/2014/main" id="{ECA9EBB1-A5F0-87F5-FAB3-1C11F1DA4111}"/>
              </a:ext>
            </a:extLst>
          </p:cNvPr>
          <p:cNvPicPr/>
          <p:nvPr/>
        </p:nvPicPr>
        <p:blipFill>
          <a:blip r:embed="rId3"/>
          <a:stretch>
            <a:fillRect/>
          </a:stretch>
        </p:blipFill>
        <p:spPr>
          <a:xfrm>
            <a:off x="4310676" y="2329350"/>
            <a:ext cx="3537345" cy="2193153"/>
          </a:xfrm>
          <a:prstGeom prst="rect">
            <a:avLst/>
          </a:prstGeom>
        </p:spPr>
      </p:pic>
      <p:cxnSp>
        <p:nvCxnSpPr>
          <p:cNvPr id="19" name="Straight Connector 18">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5" name="Picture 4" descr="A graph showing two people&#10;&#10;Description automatically generated with medium confidence">
            <a:extLst>
              <a:ext uri="{FF2B5EF4-FFF2-40B4-BE49-F238E27FC236}">
                <a16:creationId xmlns:a16="http://schemas.microsoft.com/office/drawing/2014/main" id="{329CF434-8979-FF99-BDF4-E70D964AC6B4}"/>
              </a:ext>
            </a:extLst>
          </p:cNvPr>
          <p:cNvPicPr/>
          <p:nvPr/>
        </p:nvPicPr>
        <p:blipFill>
          <a:blip r:embed="rId4"/>
          <a:stretch>
            <a:fillRect/>
          </a:stretch>
        </p:blipFill>
        <p:spPr>
          <a:xfrm>
            <a:off x="8162336" y="2128990"/>
            <a:ext cx="3517120" cy="2593876"/>
          </a:xfrm>
          <a:prstGeom prst="rect">
            <a:avLst/>
          </a:prstGeom>
        </p:spPr>
      </p:pic>
    </p:spTree>
    <p:extLst>
      <p:ext uri="{BB962C8B-B14F-4D97-AF65-F5344CB8AC3E}">
        <p14:creationId xmlns:p14="http://schemas.microsoft.com/office/powerpoint/2010/main" val="65114691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804863" y="377067"/>
            <a:ext cx="10515600" cy="1024509"/>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MODEL SELECTON</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271464" y="1556792"/>
            <a:ext cx="9924022" cy="4032448"/>
          </a:xfrm>
        </p:spPr>
        <p:txBody>
          <a:bodyPr>
            <a:normAutofit fontScale="92500" lnSpcReduction="20000"/>
          </a:bodyPr>
          <a:lstStyle/>
          <a:p>
            <a:pPr marL="0" indent="0" algn="just">
              <a:buNone/>
            </a:pPr>
            <a:r>
              <a:rPr lang="en-IN" sz="1800" dirty="0">
                <a:solidFill>
                  <a:srgbClr val="000000"/>
                </a:solidFill>
                <a:effectLst/>
                <a:latin typeface="Times New Roman" panose="02020603050405020304" pitchFamily="18" charset="0"/>
                <a:ea typeface="Times New Roman" panose="02020603050405020304" pitchFamily="18" charset="0"/>
              </a:rPr>
              <a:t>The model selection process involved exploring various machine-learning algorithms, encompassing.</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Logistic Regression</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Decision Tree</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KNN</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Random Forest</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SVM</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GBM</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NN (Neural Network)</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Naive Bayes</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Gaussian Process</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XG Boost</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Light GBM</a:t>
            </a:r>
          </a:p>
          <a:p>
            <a:pPr marL="0" indent="0" algn="just">
              <a:buNone/>
            </a:pPr>
            <a:r>
              <a:rPr lang="en-IN" sz="1800" dirty="0">
                <a:solidFill>
                  <a:srgbClr val="000000"/>
                </a:solidFill>
                <a:latin typeface="Times New Roman" panose="02020603050405020304" pitchFamily="18" charset="0"/>
                <a:cs typeface="Times New Roman" panose="02020603050405020304" pitchFamily="18" charset="0"/>
              </a:rPr>
              <a:t>Extra Trees</a:t>
            </a:r>
          </a:p>
          <a:p>
            <a:pPr marL="0" indent="0" algn="just">
              <a:buNone/>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142846829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24680" y="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793744" y="642779"/>
            <a:ext cx="10515600" cy="744538"/>
          </a:xfrm>
        </p:spPr>
        <p:txBody>
          <a:bodyPr>
            <a:normAutofit/>
          </a:bodyPr>
          <a:lstStyle/>
          <a:p>
            <a:r>
              <a:rPr lang="en-IN" sz="1800" b="1" dirty="0">
                <a:solidFill>
                  <a:srgbClr val="000000"/>
                </a:solidFill>
                <a:effectLst/>
                <a:latin typeface="Times New Roman" panose="02020603050405020304" pitchFamily="18" charset="0"/>
                <a:ea typeface="Times New Roman" panose="02020603050405020304" pitchFamily="18" charset="0"/>
              </a:rPr>
              <a:t>Model Evaluation </a:t>
            </a:r>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278896" y="1835944"/>
            <a:ext cx="10041567" cy="3825304"/>
          </a:xfrm>
        </p:spPr>
        <p:txBody>
          <a:bodyPr>
            <a:noAutofit/>
          </a:bodyPr>
          <a:lstStyle/>
          <a:p>
            <a:pPr marL="285750" indent="-285750" algn="l">
              <a:lnSpc>
                <a:spcPct val="107000"/>
              </a:lnSpc>
              <a:spcAft>
                <a:spcPts val="800"/>
              </a:spcAft>
              <a:buFont typeface="Wingdings" panose="05000000000000000000" pitchFamily="2" charset="2"/>
              <a:buChar char="Ø"/>
            </a:pPr>
            <a:r>
              <a:rPr lang="en-IN" sz="1800" dirty="0">
                <a:solidFill>
                  <a:srgbClr val="000000"/>
                </a:solidFill>
                <a:effectLst/>
                <a:latin typeface="Times New Roman" panose="02020603050405020304" pitchFamily="18" charset="0"/>
                <a:ea typeface="Times New Roman" panose="02020603050405020304" pitchFamily="18" charset="0"/>
              </a:rPr>
              <a:t>To assess the performance of the trained model it is evaluated on the test dataset. Both SVM and Logistic Regression offer a measure of a predictor’s appropriateness (coefficient size) as well as the association’s direction (positive or negative), which aids in the evaluation of the model. </a:t>
            </a:r>
          </a:p>
          <a:p>
            <a:pPr marL="285750" indent="-285750" algn="l">
              <a:lnSpc>
                <a:spcPct val="107000"/>
              </a:lnSpc>
              <a:spcAft>
                <a:spcPts val="800"/>
              </a:spcAft>
              <a:buFont typeface="Wingdings" panose="05000000000000000000" pitchFamily="2" charset="2"/>
              <a:buChar char="Ø"/>
            </a:pPr>
            <a:r>
              <a:rPr lang="en-IN" sz="1800" dirty="0">
                <a:solidFill>
                  <a:srgbClr val="000000"/>
                </a:solidFill>
                <a:effectLst/>
                <a:latin typeface="Times New Roman" panose="02020603050405020304" pitchFamily="18" charset="0"/>
                <a:ea typeface="Times New Roman" panose="02020603050405020304" pitchFamily="18" charset="0"/>
              </a:rPr>
              <a:t>They are compared with other algorithms based on various model evaluation techniques as mentioned in Table 1.</a:t>
            </a:r>
          </a:p>
          <a:p>
            <a:pPr marL="285750" indent="-285750" algn="l">
              <a:lnSpc>
                <a:spcPct val="107000"/>
              </a:lnSpc>
              <a:spcAft>
                <a:spcPts val="800"/>
              </a:spcAft>
              <a:buFont typeface="Wingdings" panose="05000000000000000000" pitchFamily="2" charset="2"/>
              <a:buChar char="Ø"/>
            </a:pPr>
            <a:r>
              <a:rPr lang="en-IN" sz="1800" dirty="0">
                <a:solidFill>
                  <a:srgbClr val="000000"/>
                </a:solidFill>
                <a:effectLst/>
                <a:latin typeface="Times New Roman" panose="02020603050405020304" pitchFamily="18" charset="0"/>
                <a:ea typeface="Times New Roman" panose="02020603050405020304" pitchFamily="18" charset="0"/>
              </a:rPr>
              <a:t> These methods assess model performance using a test set. It is not advised to evaluate the model using the same data that were used to generate it. This makes it easier to determine whether the model is reliable and functional.</a:t>
            </a:r>
          </a:p>
          <a:p>
            <a:pPr marL="285750" indent="-285750">
              <a:lnSpc>
                <a:spcPct val="107000"/>
              </a:lnSpc>
              <a:spcAft>
                <a:spcPts val="800"/>
              </a:spcAft>
              <a:buFont typeface="Wingdings" panose="05000000000000000000" pitchFamily="2" charset="2"/>
              <a:buChar char="Ø"/>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The performance of different machine learning algorithms is compared to identify the most effective approach for mobile price classification.</a:t>
            </a:r>
          </a:p>
          <a:p>
            <a:pPr marL="285750" indent="-285750" algn="l">
              <a:lnSpc>
                <a:spcPct val="107000"/>
              </a:lnSpc>
              <a:spcAft>
                <a:spcPts val="800"/>
              </a:spcAft>
              <a:buFont typeface="Wingdings" panose="05000000000000000000" pitchFamily="2" charset="2"/>
              <a:buChar char="Ø"/>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21157965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804863" y="377067"/>
            <a:ext cx="10515600" cy="1024509"/>
          </a:xfrm>
        </p:spPr>
        <p:txBody>
          <a:bodyPr>
            <a:normAutofit/>
          </a:bodyPr>
          <a:lstStyle/>
          <a:p>
            <a:pPr marL="6350" marR="27305" indent="-6350" algn="just">
              <a:lnSpc>
                <a:spcPct val="112000"/>
              </a:lnSpc>
              <a:spcAft>
                <a:spcPts val="740"/>
              </a:spcAft>
            </a:pPr>
            <a:r>
              <a:rPr lang="en-IN" sz="1800" i="1" kern="100" dirty="0">
                <a:solidFill>
                  <a:srgbClr val="000000"/>
                </a:solidFill>
                <a:effectLst/>
                <a:latin typeface="Times New Roman" panose="02020603050405020304" pitchFamily="18" charset="0"/>
                <a:ea typeface="Times New Roman" panose="02020603050405020304" pitchFamily="18" charset="0"/>
              </a:rPr>
              <a:t>.    				        </a:t>
            </a:r>
            <a:r>
              <a:rPr lang="en-IN" sz="1800" b="1" kern="100" dirty="0">
                <a:solidFill>
                  <a:srgbClr val="000000"/>
                </a:solidFill>
                <a:effectLst/>
                <a:latin typeface="Times New Roman" panose="02020603050405020304" pitchFamily="18" charset="0"/>
                <a:ea typeface="Times New Roman" panose="02020603050405020304" pitchFamily="18" charset="0"/>
              </a:rPr>
              <a:t>Prediction</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100652" y="1434951"/>
            <a:ext cx="9924022" cy="3600400"/>
          </a:xfrm>
        </p:spPr>
        <p:txBody>
          <a:bodyPr>
            <a:normAutofit/>
          </a:bodyPr>
          <a:lstStyle/>
          <a:p>
            <a:pPr marL="0" indent="0" algn="just">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The model is used to forecast customer attrition on new data after it has been trained and evaluated.  Using the input features of new consumers, the trained model predicts whether or not they would churn.</a:t>
            </a:r>
          </a:p>
          <a:p>
            <a:pPr marL="0" indent="0" algn="just">
              <a:buNone/>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just">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a:t>
            </a: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graphicFrame>
        <p:nvGraphicFramePr>
          <p:cNvPr id="2" name="Table 1">
            <a:extLst>
              <a:ext uri="{FF2B5EF4-FFF2-40B4-BE49-F238E27FC236}">
                <a16:creationId xmlns:a16="http://schemas.microsoft.com/office/drawing/2014/main" id="{30F34BE8-4C7F-55E2-AC8D-FDF18D1C14B8}"/>
              </a:ext>
            </a:extLst>
          </p:cNvPr>
          <p:cNvGraphicFramePr>
            <a:graphicFrameLocks noGrp="1"/>
          </p:cNvGraphicFramePr>
          <p:nvPr>
            <p:extLst>
              <p:ext uri="{D42A27DB-BD31-4B8C-83A1-F6EECF244321}">
                <p14:modId xmlns:p14="http://schemas.microsoft.com/office/powerpoint/2010/main" val="3717650150"/>
              </p:ext>
            </p:extLst>
          </p:nvPr>
        </p:nvGraphicFramePr>
        <p:xfrm>
          <a:off x="4439816" y="2194811"/>
          <a:ext cx="3751394" cy="3228238"/>
        </p:xfrm>
        <a:graphic>
          <a:graphicData uri="http://schemas.openxmlformats.org/drawingml/2006/table">
            <a:tbl>
              <a:tblPr firstRow="1" firstCol="1" bandRow="1">
                <a:tableStyleId>{5C22544A-7EE6-4342-B048-85BDC9FD1C3A}</a:tableStyleId>
              </a:tblPr>
              <a:tblGrid>
                <a:gridCol w="1874342">
                  <a:extLst>
                    <a:ext uri="{9D8B030D-6E8A-4147-A177-3AD203B41FA5}">
                      <a16:colId xmlns:a16="http://schemas.microsoft.com/office/drawing/2014/main" val="3353948431"/>
                    </a:ext>
                  </a:extLst>
                </a:gridCol>
                <a:gridCol w="1877052">
                  <a:extLst>
                    <a:ext uri="{9D8B030D-6E8A-4147-A177-3AD203B41FA5}">
                      <a16:colId xmlns:a16="http://schemas.microsoft.com/office/drawing/2014/main" val="4216486827"/>
                    </a:ext>
                  </a:extLst>
                </a:gridCol>
              </a:tblGrid>
              <a:tr h="248326">
                <a:tc>
                  <a:txBody>
                    <a:bodyPr/>
                    <a:lstStyle/>
                    <a:p>
                      <a:pPr marL="6350" marR="113665" indent="-6350" algn="l">
                        <a:lnSpc>
                          <a:spcPct val="107000"/>
                        </a:lnSpc>
                        <a:spcAft>
                          <a:spcPts val="740"/>
                        </a:spcAft>
                      </a:pPr>
                      <a:r>
                        <a:rPr lang="en-IN" sz="800" kern="100">
                          <a:effectLst/>
                        </a:rPr>
                        <a:t>Algorithm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Accuracy (%)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3735504197"/>
                  </a:ext>
                </a:extLst>
              </a:tr>
              <a:tr h="248326">
                <a:tc>
                  <a:txBody>
                    <a:bodyPr/>
                    <a:lstStyle/>
                    <a:p>
                      <a:pPr marL="6350" marR="113665" indent="-6350" algn="l">
                        <a:lnSpc>
                          <a:spcPct val="107000"/>
                        </a:lnSpc>
                        <a:spcAft>
                          <a:spcPts val="740"/>
                        </a:spcAft>
                      </a:pPr>
                      <a:r>
                        <a:rPr lang="en-IN" sz="800" kern="100">
                          <a:effectLst/>
                        </a:rPr>
                        <a:t>Decision Tree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83.25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278992924"/>
                  </a:ext>
                </a:extLst>
              </a:tr>
              <a:tr h="248326">
                <a:tc>
                  <a:txBody>
                    <a:bodyPr/>
                    <a:lstStyle/>
                    <a:p>
                      <a:pPr marL="6350" marR="113665" indent="-6350" algn="l">
                        <a:lnSpc>
                          <a:spcPct val="107000"/>
                        </a:lnSpc>
                        <a:spcAft>
                          <a:spcPts val="740"/>
                        </a:spcAft>
                      </a:pPr>
                      <a:r>
                        <a:rPr lang="en-IN" sz="800" kern="100">
                          <a:effectLst/>
                        </a:rPr>
                        <a:t>KNN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52.25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2401713378"/>
                  </a:ext>
                </a:extLst>
              </a:tr>
              <a:tr h="248326">
                <a:tc>
                  <a:txBody>
                    <a:bodyPr/>
                    <a:lstStyle/>
                    <a:p>
                      <a:pPr marL="6350" marR="113665" indent="-6350" algn="l">
                        <a:lnSpc>
                          <a:spcPct val="107000"/>
                        </a:lnSpc>
                        <a:spcAft>
                          <a:spcPts val="740"/>
                        </a:spcAft>
                      </a:pPr>
                      <a:r>
                        <a:rPr lang="en-IN" sz="800" kern="100">
                          <a:effectLst/>
                        </a:rPr>
                        <a:t>Logistic Regression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96.00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1013583730"/>
                  </a:ext>
                </a:extLst>
              </a:tr>
              <a:tr h="248326">
                <a:tc>
                  <a:txBody>
                    <a:bodyPr/>
                    <a:lstStyle/>
                    <a:p>
                      <a:pPr marL="6350" marR="113665" indent="-6350" algn="l">
                        <a:lnSpc>
                          <a:spcPct val="107000"/>
                        </a:lnSpc>
                        <a:spcAft>
                          <a:spcPts val="740"/>
                        </a:spcAft>
                      </a:pPr>
                      <a:r>
                        <a:rPr lang="en-IN" sz="800" kern="100">
                          <a:effectLst/>
                        </a:rPr>
                        <a:t>Random Forest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92.40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2316794618"/>
                  </a:ext>
                </a:extLst>
              </a:tr>
              <a:tr h="248326">
                <a:tc>
                  <a:txBody>
                    <a:bodyPr/>
                    <a:lstStyle/>
                    <a:p>
                      <a:pPr marL="6350" marR="113665" indent="-6350" algn="l">
                        <a:lnSpc>
                          <a:spcPct val="107000"/>
                        </a:lnSpc>
                        <a:spcAft>
                          <a:spcPts val="740"/>
                        </a:spcAft>
                      </a:pPr>
                      <a:r>
                        <a:rPr lang="en-IN" sz="800" kern="100">
                          <a:effectLst/>
                        </a:rPr>
                        <a:t>SVM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96.00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2101197842"/>
                  </a:ext>
                </a:extLst>
              </a:tr>
              <a:tr h="248326">
                <a:tc>
                  <a:txBody>
                    <a:bodyPr/>
                    <a:lstStyle/>
                    <a:p>
                      <a:pPr marL="6350" marR="113665" indent="-6350" algn="l">
                        <a:lnSpc>
                          <a:spcPct val="107000"/>
                        </a:lnSpc>
                        <a:spcAft>
                          <a:spcPts val="740"/>
                        </a:spcAft>
                      </a:pPr>
                      <a:r>
                        <a:rPr lang="en-IN" sz="800" kern="100">
                          <a:effectLst/>
                        </a:rPr>
                        <a:t>GBM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88.25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2062787690"/>
                  </a:ext>
                </a:extLst>
              </a:tr>
              <a:tr h="248326">
                <a:tc>
                  <a:txBody>
                    <a:bodyPr/>
                    <a:lstStyle/>
                    <a:p>
                      <a:pPr marL="6350" marR="113665" indent="-6350" algn="l">
                        <a:lnSpc>
                          <a:spcPct val="107000"/>
                        </a:lnSpc>
                        <a:spcAft>
                          <a:spcPts val="740"/>
                        </a:spcAft>
                      </a:pPr>
                      <a:r>
                        <a:rPr lang="en-IN" sz="800" kern="100">
                          <a:effectLst/>
                        </a:rPr>
                        <a:t>NN (Neural Network)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92.00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143356197"/>
                  </a:ext>
                </a:extLst>
              </a:tr>
              <a:tr h="248326">
                <a:tc>
                  <a:txBody>
                    <a:bodyPr/>
                    <a:lstStyle/>
                    <a:p>
                      <a:pPr marL="6350" marR="113665" indent="-6350" algn="l">
                        <a:lnSpc>
                          <a:spcPct val="107000"/>
                        </a:lnSpc>
                        <a:spcAft>
                          <a:spcPts val="740"/>
                        </a:spcAft>
                      </a:pPr>
                      <a:r>
                        <a:rPr lang="en-IN" sz="800" kern="100">
                          <a:effectLst/>
                        </a:rPr>
                        <a:t>Naive Bayes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76.00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3921297591"/>
                  </a:ext>
                </a:extLst>
              </a:tr>
              <a:tr h="248326">
                <a:tc>
                  <a:txBody>
                    <a:bodyPr/>
                    <a:lstStyle/>
                    <a:p>
                      <a:pPr marL="6350" marR="113665" indent="-6350" algn="l">
                        <a:lnSpc>
                          <a:spcPct val="107000"/>
                        </a:lnSpc>
                        <a:spcAft>
                          <a:spcPts val="740"/>
                        </a:spcAft>
                      </a:pPr>
                      <a:r>
                        <a:rPr lang="en-IN" sz="800" kern="100">
                          <a:effectLst/>
                        </a:rPr>
                        <a:t>Gaussian Process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91.00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2741555332"/>
                  </a:ext>
                </a:extLst>
              </a:tr>
              <a:tr h="248326">
                <a:tc>
                  <a:txBody>
                    <a:bodyPr/>
                    <a:lstStyle/>
                    <a:p>
                      <a:pPr marL="6350" marR="113665" indent="-6350" algn="l">
                        <a:lnSpc>
                          <a:spcPct val="107000"/>
                        </a:lnSpc>
                        <a:spcAft>
                          <a:spcPts val="740"/>
                        </a:spcAft>
                      </a:pPr>
                      <a:r>
                        <a:rPr lang="en-IN" sz="800" kern="100">
                          <a:effectLst/>
                        </a:rPr>
                        <a:t>XG Boost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90.00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3114707841"/>
                  </a:ext>
                </a:extLst>
              </a:tr>
              <a:tr h="248326">
                <a:tc>
                  <a:txBody>
                    <a:bodyPr/>
                    <a:lstStyle/>
                    <a:p>
                      <a:pPr marL="6350" marR="113665" indent="-6350" algn="l">
                        <a:lnSpc>
                          <a:spcPct val="107000"/>
                        </a:lnSpc>
                        <a:spcAft>
                          <a:spcPts val="740"/>
                        </a:spcAft>
                      </a:pPr>
                      <a:r>
                        <a:rPr lang="en-IN" sz="800" kern="100">
                          <a:effectLst/>
                        </a:rPr>
                        <a:t>Light GBM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a:effectLst/>
                        </a:rPr>
                        <a:t>88.00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1230444122"/>
                  </a:ext>
                </a:extLst>
              </a:tr>
              <a:tr h="248326">
                <a:tc>
                  <a:txBody>
                    <a:bodyPr/>
                    <a:lstStyle/>
                    <a:p>
                      <a:pPr marL="6350" marR="113665" indent="-6350" algn="l">
                        <a:lnSpc>
                          <a:spcPct val="107000"/>
                        </a:lnSpc>
                        <a:spcAft>
                          <a:spcPts val="740"/>
                        </a:spcAft>
                      </a:pPr>
                      <a:r>
                        <a:rPr lang="en-IN" sz="800" kern="100">
                          <a:effectLst/>
                        </a:rPr>
                        <a:t>Extra Trees </a:t>
                      </a:r>
                      <a:endParaRPr lang="en-IN" sz="1000" kern="10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tc>
                  <a:txBody>
                    <a:bodyPr/>
                    <a:lstStyle/>
                    <a:p>
                      <a:pPr marL="6350" marR="113665" indent="-6350" algn="l">
                        <a:lnSpc>
                          <a:spcPct val="107000"/>
                        </a:lnSpc>
                        <a:spcAft>
                          <a:spcPts val="740"/>
                        </a:spcAft>
                      </a:pPr>
                      <a:r>
                        <a:rPr lang="en-IN" sz="800" kern="100" dirty="0">
                          <a:effectLst/>
                        </a:rPr>
                        <a:t>84.00 </a:t>
                      </a:r>
                      <a:endParaRPr lang="en-IN" sz="1000" kern="100" dirty="0">
                        <a:solidFill>
                          <a:srgbClr val="000000"/>
                        </a:solidFill>
                        <a:effectLst/>
                        <a:latin typeface="Times New Roman" panose="02020603050405020304" pitchFamily="18" charset="0"/>
                        <a:ea typeface="Times New Roman" panose="02020603050405020304" pitchFamily="18" charset="0"/>
                      </a:endParaRPr>
                    </a:p>
                  </a:txBody>
                  <a:tcPr marL="68580" marR="73025" marT="24765" marB="0"/>
                </a:tc>
                <a:extLst>
                  <a:ext uri="{0D108BD9-81ED-4DB2-BD59-A6C34878D82A}">
                    <a16:rowId xmlns:a16="http://schemas.microsoft.com/office/drawing/2014/main" val="496625361"/>
                  </a:ext>
                </a:extLst>
              </a:tr>
            </a:tbl>
          </a:graphicData>
        </a:graphic>
      </p:graphicFrame>
    </p:spTree>
    <p:extLst>
      <p:ext uri="{BB962C8B-B14F-4D97-AF65-F5344CB8AC3E}">
        <p14:creationId xmlns:p14="http://schemas.microsoft.com/office/powerpoint/2010/main" val="11958852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24680" y="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772854" y="238189"/>
            <a:ext cx="10515600" cy="1325563"/>
          </a:xfrm>
        </p:spPr>
        <p:txBody>
          <a:bodyPr>
            <a:normAutofit/>
          </a:bodyPr>
          <a:lstStyle/>
          <a:p>
            <a:r>
              <a:rPr lang="en-IN" sz="18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RESULTS AND ANALYSIS</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2400" dirty="0">
              <a:solidFill>
                <a:schemeClr val="accent1"/>
              </a:solidFill>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pic>
        <p:nvPicPr>
          <p:cNvPr id="3074" name="Picture 2">
            <a:extLst>
              <a:ext uri="{FF2B5EF4-FFF2-40B4-BE49-F238E27FC236}">
                <a16:creationId xmlns:a16="http://schemas.microsoft.com/office/drawing/2014/main" id="{9C0733BE-D079-05EF-401D-C88B7AFE3E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7608" y="1563753"/>
            <a:ext cx="6696744" cy="4097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04930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838200" y="676275"/>
            <a:ext cx="10515600" cy="1325563"/>
          </a:xfrm>
        </p:spPr>
        <p:txBody>
          <a:bodyPr>
            <a:normAutofit/>
          </a:bodyPr>
          <a:lstStyle/>
          <a:p>
            <a:r>
              <a:rPr lang="en-IN" sz="1800" b="1" kern="100" dirty="0">
                <a:solidFill>
                  <a:schemeClr val="tx1"/>
                </a:solidFill>
                <a:latin typeface="Times New Roman" panose="02020603050405020304" pitchFamily="18" charset="0"/>
                <a:ea typeface="Aptos" panose="020B0004020202020204" pitchFamily="34" charset="0"/>
                <a:cs typeface="Times New Roman" panose="02020603050405020304" pitchFamily="18" charset="0"/>
              </a:rPr>
              <a:t>CONCLUSION</a:t>
            </a:r>
            <a:br>
              <a:rPr lang="en-IN"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1800" dirty="0">
              <a:solidFill>
                <a:schemeClr val="accent1"/>
              </a:solidFill>
            </a:endParaRP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655160" y="1846563"/>
            <a:ext cx="8881679" cy="3510297"/>
          </a:xfrm>
        </p:spPr>
        <p:txBody>
          <a:bodyPr>
            <a:noAutofit/>
          </a:bodyPr>
          <a:lstStyle/>
          <a:p>
            <a:pPr marL="285750" indent="-285750" algn="just">
              <a:lnSpc>
                <a:spcPct val="100000"/>
              </a:lnSpc>
              <a:spcAft>
                <a:spcPts val="800"/>
              </a:spcAft>
              <a:buFont typeface="Wingdings" panose="05000000000000000000" pitchFamily="2" charset="2"/>
              <a:buChar char="Ø"/>
            </a:pPr>
            <a:r>
              <a:rPr lang="en-GB" sz="1800" kern="100" dirty="0">
                <a:solidFill>
                  <a:schemeClr val="tx1">
                    <a:lumMod val="85000"/>
                    <a:lumOff val="15000"/>
                  </a:schemeClr>
                </a:solidFill>
                <a:effectLst/>
                <a:latin typeface="Times New Roman" panose="02020603050405020304" pitchFamily="18" charset="0"/>
                <a:ea typeface="Aptos" panose="020B0004020202020204" pitchFamily="34" charset="0"/>
                <a:cs typeface="Times New Roman" panose="02020603050405020304" pitchFamily="18" charset="0"/>
              </a:rPr>
              <a:t>Our research into predictive </a:t>
            </a:r>
            <a:r>
              <a:rPr lang="en-GB" sz="1800" kern="100" dirty="0" err="1">
                <a:solidFill>
                  <a:schemeClr val="tx1">
                    <a:lumMod val="85000"/>
                    <a:lumOff val="15000"/>
                  </a:schemeClr>
                </a:solidFill>
                <a:effectLst/>
                <a:latin typeface="Times New Roman" panose="02020603050405020304" pitchFamily="18" charset="0"/>
                <a:ea typeface="Aptos" panose="020B0004020202020204" pitchFamily="34" charset="0"/>
                <a:cs typeface="Times New Roman" panose="02020603050405020304" pitchFamily="18" charset="0"/>
              </a:rPr>
              <a:t>modeling</a:t>
            </a:r>
            <a:r>
              <a:rPr lang="en-GB" sz="1800" kern="100" dirty="0">
                <a:solidFill>
                  <a:schemeClr val="tx1">
                    <a:lumMod val="85000"/>
                    <a:lumOff val="15000"/>
                  </a:schemeClr>
                </a:solidFill>
                <a:effectLst/>
                <a:latin typeface="Times New Roman" panose="02020603050405020304" pitchFamily="18" charset="0"/>
                <a:ea typeface="Aptos" panose="020B0004020202020204" pitchFamily="34" charset="0"/>
                <a:cs typeface="Times New Roman" panose="02020603050405020304" pitchFamily="18" charset="0"/>
              </a:rPr>
              <a:t> for mobile phone price classification revealed that support vector machines and logistic regression were the most effective, both achieving a 96.00% accuracy rate. Despite lower accuracy, models like Naive Bayes and KNN also offered valuable insights. </a:t>
            </a:r>
          </a:p>
          <a:p>
            <a:pPr marL="285750" indent="-285750" algn="just">
              <a:lnSpc>
                <a:spcPct val="100000"/>
              </a:lnSpc>
              <a:spcAft>
                <a:spcPts val="800"/>
              </a:spcAft>
              <a:buFont typeface="Wingdings" panose="05000000000000000000" pitchFamily="2" charset="2"/>
              <a:buChar char="Ø"/>
            </a:pPr>
            <a:r>
              <a:rPr lang="en-GB" sz="1800" kern="100" dirty="0">
                <a:solidFill>
                  <a:schemeClr val="tx1">
                    <a:lumMod val="85000"/>
                    <a:lumOff val="15000"/>
                  </a:schemeClr>
                </a:solidFill>
                <a:effectLst/>
                <a:latin typeface="Times New Roman" panose="02020603050405020304" pitchFamily="18" charset="0"/>
                <a:ea typeface="Aptos" panose="020B0004020202020204" pitchFamily="34" charset="0"/>
                <a:cs typeface="Times New Roman" panose="02020603050405020304" pitchFamily="18" charset="0"/>
              </a:rPr>
              <a:t>This study underscores the importance of machine learning in addressing practical issues, aiding consumers in decision-making, and informing manufacturers' marketing and product development. </a:t>
            </a:r>
          </a:p>
          <a:p>
            <a:pPr marL="285750" indent="-285750" algn="just">
              <a:lnSpc>
                <a:spcPct val="100000"/>
              </a:lnSpc>
              <a:spcAft>
                <a:spcPts val="800"/>
              </a:spcAft>
              <a:buFont typeface="Wingdings" panose="05000000000000000000" pitchFamily="2" charset="2"/>
              <a:buChar char="Ø"/>
            </a:pPr>
            <a:r>
              <a:rPr lang="en-GB" sz="1800" kern="100" dirty="0">
                <a:solidFill>
                  <a:schemeClr val="tx1">
                    <a:lumMod val="85000"/>
                    <a:lumOff val="15000"/>
                  </a:schemeClr>
                </a:solidFill>
                <a:effectLst/>
                <a:latin typeface="Times New Roman" panose="02020603050405020304" pitchFamily="18" charset="0"/>
                <a:ea typeface="Aptos" panose="020B0004020202020204" pitchFamily="34" charset="0"/>
                <a:cs typeface="Times New Roman" panose="02020603050405020304" pitchFamily="18" charset="0"/>
              </a:rPr>
              <a:t>Continued exploration and refinement of these models will drive advancements in predictive systems for future mobile technology.</a:t>
            </a:r>
            <a:endParaRPr lang="en-US" sz="1800" kern="100" dirty="0">
              <a:solidFill>
                <a:schemeClr val="tx1">
                  <a:lumMod val="85000"/>
                  <a:lumOff val="1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132469288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695400" y="114903"/>
            <a:ext cx="10515600" cy="1325563"/>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FUTURE SCOPE</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1751838" y="1664092"/>
            <a:ext cx="8688324" cy="3529815"/>
          </a:xfrm>
        </p:spPr>
        <p:txBody>
          <a:bodyPr>
            <a:normAutofit/>
          </a:bodyPr>
          <a:lstStyle/>
          <a:p>
            <a:pPr algn="l">
              <a:buFont typeface="Wingdings" panose="05000000000000000000" pitchFamily="2" charset="2"/>
              <a:buChar char="Ø"/>
            </a:pPr>
            <a:r>
              <a:rPr lang="en-GB" sz="1800" dirty="0">
                <a:solidFill>
                  <a:schemeClr val="tx1">
                    <a:lumMod val="85000"/>
                    <a:lumOff val="15000"/>
                  </a:schemeClr>
                </a:solidFill>
                <a:latin typeface="Times New Roman" panose="02020603050405020304" pitchFamily="18" charset="0"/>
                <a:cs typeface="Times New Roman" panose="02020603050405020304" pitchFamily="18" charset="0"/>
              </a:rPr>
              <a:t>Future research in predicting mobile phone prices can significantly benefit from advanced machine learning techniques like ensemble learning and deep learning, enhancing model precision and robustness. </a:t>
            </a:r>
          </a:p>
          <a:p>
            <a:pPr algn="l">
              <a:buFont typeface="Wingdings" panose="05000000000000000000" pitchFamily="2" charset="2"/>
              <a:buChar char="Ø"/>
            </a:pPr>
            <a:r>
              <a:rPr lang="en-GB" sz="1800" dirty="0">
                <a:solidFill>
                  <a:schemeClr val="tx1">
                    <a:lumMod val="85000"/>
                    <a:lumOff val="15000"/>
                  </a:schemeClr>
                </a:solidFill>
                <a:latin typeface="Times New Roman" panose="02020603050405020304" pitchFamily="18" charset="0"/>
                <a:cs typeface="Times New Roman" panose="02020603050405020304" pitchFamily="18" charset="0"/>
              </a:rPr>
              <a:t>Incorporating a wider range of variables such as user sentiment, economic indicators, and technological trends can improve predictive accuracy. Collaboration between data scientists, industry experts, and manufacturers can lead to tailored, effective models. </a:t>
            </a:r>
          </a:p>
          <a:p>
            <a:pPr algn="l">
              <a:buFont typeface="Wingdings" panose="05000000000000000000" pitchFamily="2" charset="2"/>
              <a:buChar char="Ø"/>
            </a:pPr>
            <a:r>
              <a:rPr lang="en-GB" sz="1800" dirty="0">
                <a:solidFill>
                  <a:schemeClr val="tx1">
                    <a:lumMod val="85000"/>
                    <a:lumOff val="15000"/>
                  </a:schemeClr>
                </a:solidFill>
                <a:latin typeface="Times New Roman" panose="02020603050405020304" pitchFamily="18" charset="0"/>
                <a:cs typeface="Times New Roman" panose="02020603050405020304" pitchFamily="18" charset="0"/>
              </a:rPr>
              <a:t>Continuous updates to these models will be necessary to keep pace with the fast-evolving mobile technology landscape. Embracing new technologies and interdisciplinary collaboration will drive future advancements in this field.</a:t>
            </a: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372927551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1905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767408" y="257213"/>
            <a:ext cx="10296525" cy="1219199"/>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REFERENCES</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2009965" y="1947899"/>
            <a:ext cx="8172069" cy="3538500"/>
          </a:xfrm>
        </p:spPr>
        <p:txBody>
          <a:bodyPr>
            <a:normAutofit fontScale="92500" lnSpcReduction="20000"/>
          </a:bodyPr>
          <a:lstStyle/>
          <a:p>
            <a:pPr marL="0" marR="27305" lvl="0" indent="0" algn="just" fontAlgn="base">
              <a:lnSpc>
                <a:spcPct val="110000"/>
              </a:lnSpc>
              <a:spcAft>
                <a:spcPts val="130"/>
              </a:spcAft>
              <a:buClr>
                <a:srgbClr val="000000"/>
              </a:buClr>
              <a:buSzPts val="800"/>
              <a:buNone/>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[1]S.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Subhiksha</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Swathi Thota &amp; J. Sangeetha, Prediction of Phone Prices Using Machine Learning Techniques1, Part of the book series: Advances in Intelligent Systems and Computing ((AISC, volume 1079)), January 9, 2020. </a:t>
            </a:r>
          </a:p>
          <a:p>
            <a:pPr marL="0" marR="27305" lvl="0" indent="0" algn="just" fontAlgn="base">
              <a:lnSpc>
                <a:spcPct val="110000"/>
              </a:lnSpc>
              <a:spcAft>
                <a:spcPts val="130"/>
              </a:spcAft>
              <a:buClr>
                <a:srgbClr val="000000"/>
              </a:buClr>
              <a:buSzPts val="800"/>
              <a:buNone/>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[2]</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Jinsi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Jose,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Vinesh</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Raj,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Sweana</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Vakkayil</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Seaban</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&amp; Deepa V. Jose Models Machine Learning Algorithms for Prediction of Mobile Phone Prices2 </a:t>
            </a:r>
            <a:r>
              <a:rPr lang="en-IN" sz="1800" kern="100" dirty="0">
                <a:solidFill>
                  <a:srgbClr val="000000"/>
                </a:solidFill>
                <a:effectLst/>
                <a:latin typeface="Times New Roman" panose="02020603050405020304" pitchFamily="18" charset="0"/>
                <a:ea typeface="Times New Roman" panose="02020603050405020304" pitchFamily="18" charset="0"/>
              </a:rPr>
              <a:t>Part of the book series: Lecture Notes in Networks and Systems ((LNNS, volume 537)), August 1, 2023. </a:t>
            </a:r>
          </a:p>
          <a:p>
            <a:pPr marL="0" marR="27305" lvl="0" indent="0" algn="just" fontAlgn="base">
              <a:lnSpc>
                <a:spcPct val="110000"/>
              </a:lnSpc>
              <a:spcAft>
                <a:spcPts val="130"/>
              </a:spcAft>
              <a:buClr>
                <a:srgbClr val="000000"/>
              </a:buClr>
              <a:buSzPts val="800"/>
              <a:buNone/>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[3]K. T.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Chandrashekhara</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M.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Thungamani</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C. N.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Gireesh</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Babu &amp; T. N. Manjunath, Smartphone Price Prediction in Retail Industry Using Machine Learning3   2019 Part of the book series: Lecture Notes in Electrical Engineering ((LNEE, volume 545)), April 24. </a:t>
            </a:r>
          </a:p>
          <a:p>
            <a:pPr marL="0" marR="27305" lvl="0" indent="0" algn="just" fontAlgn="base">
              <a:lnSpc>
                <a:spcPct val="110000"/>
              </a:lnSpc>
              <a:spcAft>
                <a:spcPts val="130"/>
              </a:spcAft>
              <a:buClr>
                <a:srgbClr val="000000"/>
              </a:buClr>
              <a:buSzPts val="800"/>
              <a:buNone/>
            </a:pP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[4]Mrs.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Sugur</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Swathi,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Dr.</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SubbaRao</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Kolavennu</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Raja Rajeswari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Mulagandla</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Devika Chowdary </a:t>
            </a:r>
            <a:r>
              <a:rPr lang="en-IN" sz="1800" u="none" strike="noStrike" kern="100" dirty="0" err="1">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Sajja</a:t>
            </a:r>
            <a:r>
              <a:rPr lang="en-IN"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Sruthi Ale, Classification of Mobile Phone Price Dataset using Machine Learning1, ISSN:2457-0362, Volume 13, Issue 06, June 2023. </a:t>
            </a: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194262869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a:xfrm>
            <a:off x="0" y="19050"/>
            <a:ext cx="12192000" cy="6858000"/>
          </a:xfrm>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767408" y="257213"/>
            <a:ext cx="10296525" cy="1219199"/>
          </a:xfrm>
        </p:spPr>
        <p:txBody>
          <a:bodyPr>
            <a:normAutofit/>
          </a:bodyPr>
          <a:lstStyle/>
          <a:p>
            <a:r>
              <a:rPr lang="en-US" sz="1800" b="1" dirty="0">
                <a:solidFill>
                  <a:schemeClr val="tx1"/>
                </a:solidFill>
                <a:latin typeface="Times New Roman" panose="02020603050405020304" pitchFamily="18" charset="0"/>
                <a:cs typeface="Times New Roman" panose="02020603050405020304" pitchFamily="18" charset="0"/>
              </a:rPr>
              <a:t>REFERENCES</a:t>
            </a:r>
          </a:p>
        </p:txBody>
      </p:sp>
      <p:sp>
        <p:nvSpPr>
          <p:cNvPr id="5" name="Subtitle 4">
            <a:extLst>
              <a:ext uri="{FF2B5EF4-FFF2-40B4-BE49-F238E27FC236}">
                <a16:creationId xmlns:a16="http://schemas.microsoft.com/office/drawing/2014/main" id="{5E0CCD02-1A6B-DC40-8AB3-D3DD875F7ECF}"/>
              </a:ext>
            </a:extLst>
          </p:cNvPr>
          <p:cNvSpPr>
            <a:spLocks noGrp="1"/>
          </p:cNvSpPr>
          <p:nvPr>
            <p:ph type="subTitle" idx="4294967295"/>
          </p:nvPr>
        </p:nvSpPr>
        <p:spPr>
          <a:xfrm>
            <a:off x="2009965" y="1947899"/>
            <a:ext cx="8172069" cy="3538500"/>
          </a:xfrm>
        </p:spPr>
        <p:txBody>
          <a:bodyPr>
            <a:normAutofit fontScale="92500" lnSpcReduction="20000"/>
          </a:bodyPr>
          <a:lstStyle/>
          <a:p>
            <a:pPr marL="0" indent="0" algn="l">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[5]Thomas </a:t>
            </a:r>
            <a:r>
              <a:rPr lang="en-US" sz="1800" dirty="0" err="1">
                <a:solidFill>
                  <a:schemeClr val="tx1">
                    <a:lumMod val="85000"/>
                    <a:lumOff val="15000"/>
                  </a:schemeClr>
                </a:solidFill>
                <a:latin typeface="Times New Roman" panose="02020603050405020304" pitchFamily="18" charset="0"/>
                <a:cs typeface="Times New Roman" panose="02020603050405020304" pitchFamily="18" charset="0"/>
              </a:rPr>
              <a:t>Rincy</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N, Roopam Gupta, “An efficient feature subset selection approach for machine learning”, Multimedia Tools and Applications, Jan 2021. </a:t>
            </a:r>
          </a:p>
          <a:p>
            <a:pPr marL="0" indent="0" algn="l">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[6]A.N.M. </a:t>
            </a:r>
            <a:r>
              <a:rPr lang="en-US" sz="1800" dirty="0" err="1">
                <a:solidFill>
                  <a:schemeClr val="tx1">
                    <a:lumMod val="85000"/>
                    <a:lumOff val="15000"/>
                  </a:schemeClr>
                </a:solidFill>
                <a:latin typeface="Times New Roman" panose="02020603050405020304" pitchFamily="18" charset="0"/>
                <a:cs typeface="Times New Roman" panose="02020603050405020304" pitchFamily="18" charset="0"/>
              </a:rPr>
              <a:t>Bazlur</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Rashid, Choudhury T, “Knowledge management overview of feature selection problem in </a:t>
            </a:r>
            <a:r>
              <a:rPr lang="en-US" sz="1800" dirty="0" err="1">
                <a:solidFill>
                  <a:schemeClr val="tx1">
                    <a:lumMod val="85000"/>
                    <a:lumOff val="15000"/>
                  </a:schemeClr>
                </a:solidFill>
                <a:latin typeface="Times New Roman" panose="02020603050405020304" pitchFamily="18" charset="0"/>
                <a:cs typeface="Times New Roman" panose="02020603050405020304" pitchFamily="18" charset="0"/>
              </a:rPr>
              <a:t>highdimensional</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financial data: cooperative co-evolution and MapReduce perspectives”, Problems and Perspectives in Management, vol 17, pp.340-359, Dec 2019. </a:t>
            </a:r>
          </a:p>
          <a:p>
            <a:pPr marL="0" indent="0" algn="l">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[7]Rashid AB, Mohiuddin Ahmed, Leslie F. </a:t>
            </a:r>
            <a:r>
              <a:rPr lang="en-US" sz="1800" dirty="0" err="1">
                <a:solidFill>
                  <a:schemeClr val="tx1">
                    <a:lumMod val="85000"/>
                    <a:lumOff val="15000"/>
                  </a:schemeClr>
                </a:solidFill>
                <a:latin typeface="Times New Roman" panose="02020603050405020304" pitchFamily="18" charset="0"/>
                <a:cs typeface="Times New Roman" panose="02020603050405020304" pitchFamily="18" charset="0"/>
              </a:rPr>
              <a:t>Sikos</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&amp; Paul Haskell-</a:t>
            </a:r>
            <a:r>
              <a:rPr lang="en-US" sz="1800" dirty="0" err="1">
                <a:solidFill>
                  <a:schemeClr val="tx1">
                    <a:lumMod val="85000"/>
                    <a:lumOff val="15000"/>
                  </a:schemeClr>
                </a:solidFill>
                <a:latin typeface="Times New Roman" panose="02020603050405020304" pitchFamily="18" charset="0"/>
                <a:cs typeface="Times New Roman" panose="02020603050405020304" pitchFamily="18" charset="0"/>
              </a:rPr>
              <a:t>Dowland</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Cooperative co-evolution for feature selection in Big Data with random feature grouping”, Journal of Big Data, Dec 2020. </a:t>
            </a:r>
          </a:p>
          <a:p>
            <a:pPr marL="0" indent="0" algn="l">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[8]Usmani, M., Adil, S.H., Raza, K., Ali, S.S.: Stock market prediction using machine learning techniques. In: 2016 3rd International Conference on Computer and Information Sciences (ICCOINS), pp. 322–327. IEEE (2016). </a:t>
            </a:r>
          </a:p>
          <a:p>
            <a:pPr marL="0" indent="0" algn="l">
              <a:buNone/>
            </a:pP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[9]Jayaraman, S., Choudhury, T., Kumar, P.: Analysis of classification models based on cuisine prediction using machine learning. In: International Conference on Smart Technologies for Smart Nation (</a:t>
            </a:r>
            <a:r>
              <a:rPr lang="en-US" sz="1800" dirty="0" err="1">
                <a:solidFill>
                  <a:schemeClr val="tx1">
                    <a:lumMod val="85000"/>
                    <a:lumOff val="15000"/>
                  </a:schemeClr>
                </a:solidFill>
                <a:latin typeface="Times New Roman" panose="02020603050405020304" pitchFamily="18" charset="0"/>
                <a:cs typeface="Times New Roman" panose="02020603050405020304" pitchFamily="18" charset="0"/>
              </a:rPr>
              <a:t>SmartTechCon</a:t>
            </a:r>
            <a:r>
              <a:rPr lang="en-US" sz="1800" dirty="0">
                <a:solidFill>
                  <a:schemeClr val="tx1">
                    <a:lumMod val="85000"/>
                    <a:lumOff val="15000"/>
                  </a:schemeClr>
                </a:solidFill>
                <a:latin typeface="Times New Roman" panose="02020603050405020304" pitchFamily="18" charset="0"/>
                <a:cs typeface="Times New Roman" panose="02020603050405020304" pitchFamily="18" charset="0"/>
              </a:rPr>
              <a:t>) pp. 1485– 1490. IEEE (2017). </a:t>
            </a:r>
          </a:p>
          <a:p>
            <a:pPr marL="0" indent="0" algn="l">
              <a:buNone/>
            </a:pPr>
            <a:endParaRPr lang="en-US" sz="18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345521448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5" name="Picture Placeholder 5">
            <a:extLst>
              <a:ext uri="{FF2B5EF4-FFF2-40B4-BE49-F238E27FC236}">
                <a16:creationId xmlns:a16="http://schemas.microsoft.com/office/drawing/2014/main" id="{876F5EA0-F9DF-F149-ADAA-AC92EFA7F5A3}"/>
              </a:ext>
            </a:extLst>
          </p:cNvPr>
          <p:cNvPicPr>
            <a:picLocks noGrp="1" noChangeAspect="1"/>
          </p:cNvPicPr>
          <p:nvPr>
            <p:ph type="pic" sz="quarter" idx="13"/>
          </p:nvPr>
        </p:nvPicPr>
        <p:blipFill>
          <a:blip r:embed="rId2">
            <a:alphaModFix amt="19000"/>
            <a:extLst>
              <a:ext uri="{BEBA8EAE-BF5A-486C-A8C5-ECC9F3942E4B}">
                <a14:imgProps xmlns:a14="http://schemas.microsoft.com/office/drawing/2010/main">
                  <a14:imgLayer r:embed="rId3">
                    <a14:imgEffect>
                      <a14:brightnessContrast contrast="-3000"/>
                    </a14:imgEffect>
                  </a14:imgLayer>
                </a14:imgProps>
              </a:ext>
            </a:extLst>
          </a:blip>
          <a:srcRect t="7845" b="7845"/>
          <a:stretch>
            <a:fillRect/>
          </a:stretch>
        </p:blipFill>
        <p:spPr/>
      </p:pic>
      <p:sp>
        <p:nvSpPr>
          <p:cNvPr id="4" name="Title 3">
            <a:extLst>
              <a:ext uri="{FF2B5EF4-FFF2-40B4-BE49-F238E27FC236}">
                <a16:creationId xmlns:a16="http://schemas.microsoft.com/office/drawing/2014/main" id="{1311FF0B-6092-3342-9242-FCBA172EF8B8}"/>
              </a:ext>
            </a:extLst>
          </p:cNvPr>
          <p:cNvSpPr>
            <a:spLocks noGrp="1"/>
          </p:cNvSpPr>
          <p:nvPr>
            <p:ph type="title"/>
          </p:nvPr>
        </p:nvSpPr>
        <p:spPr>
          <a:xfrm>
            <a:off x="838200" y="2122487"/>
            <a:ext cx="10515600" cy="1325563"/>
          </a:xfrm>
        </p:spPr>
        <p:txBody>
          <a:bodyPr>
            <a:normAutofit/>
          </a:bodyPr>
          <a:lstStyle/>
          <a:p>
            <a:r>
              <a:rPr lang="en-US" sz="3600" b="1" dirty="0">
                <a:solidFill>
                  <a:schemeClr val="tx1"/>
                </a:solidFill>
              </a:rPr>
              <a:t>thank you</a:t>
            </a:r>
          </a:p>
        </p:txBody>
      </p:sp>
      <p:pic>
        <p:nvPicPr>
          <p:cNvPr id="3" name="Picture 2">
            <a:extLst>
              <a:ext uri="{FF2B5EF4-FFF2-40B4-BE49-F238E27FC236}">
                <a16:creationId xmlns:a16="http://schemas.microsoft.com/office/drawing/2014/main" id="{D79B161B-05C1-4FFF-90B8-7436B45F4D4B}"/>
              </a:ext>
            </a:extLst>
          </p:cNvPr>
          <p:cNvPicPr>
            <a:picLocks noChangeAspect="1"/>
          </p:cNvPicPr>
          <p:nvPr/>
        </p:nvPicPr>
        <p:blipFill>
          <a:blip r:embed="rId4"/>
          <a:stretch>
            <a:fillRect/>
          </a:stretch>
        </p:blipFill>
        <p:spPr>
          <a:xfrm>
            <a:off x="10629901" y="-33375"/>
            <a:ext cx="1381124" cy="847763"/>
          </a:xfrm>
          <a:prstGeom prst="rect">
            <a:avLst/>
          </a:prstGeom>
        </p:spPr>
      </p:pic>
    </p:spTree>
    <p:extLst>
      <p:ext uri="{BB962C8B-B14F-4D97-AF65-F5344CB8AC3E}">
        <p14:creationId xmlns:p14="http://schemas.microsoft.com/office/powerpoint/2010/main" val="727465514"/>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28"/>
  <p:tag name="AS_OS" val="Unix 5.15.0.1058"/>
  <p:tag name="AS_RELEASE_DATE" val="2023.01.14"/>
  <p:tag name="AS_TITLE" val="Aspose.Slides for .NET5"/>
  <p:tag name="AS_VERSION" val="2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Aptos Display" panose="0211000402020202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ptos" panose="0211000402020202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2020 Templates - Orange Mono">
      <a:dk1>
        <a:srgbClr val="000000"/>
      </a:dk1>
      <a:lt1>
        <a:srgbClr val="FFFFFF"/>
      </a:lt1>
      <a:dk2>
        <a:srgbClr val="44546A"/>
      </a:dk2>
      <a:lt2>
        <a:srgbClr val="E7E6E6"/>
      </a:lt2>
      <a:accent1>
        <a:srgbClr val="F58423"/>
      </a:accent1>
      <a:accent2>
        <a:srgbClr val="DA741E"/>
      </a:accent2>
      <a:accent3>
        <a:srgbClr val="C96D1A"/>
      </a:accent3>
      <a:accent4>
        <a:srgbClr val="C16819"/>
      </a:accent4>
      <a:accent5>
        <a:srgbClr val="B66218"/>
      </a:accent5>
      <a:accent6>
        <a:srgbClr val="AD5D17"/>
      </a:accent6>
      <a:hlink>
        <a:srgbClr val="F58622"/>
      </a:hlink>
      <a:folHlink>
        <a:srgbClr val="F8B779"/>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b="0" i="0" dirty="0">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1493</Words>
  <Application>Microsoft Office PowerPoint</Application>
  <PresentationFormat>Widescreen</PresentationFormat>
  <Paragraphs>114</Paragraphs>
  <Slides>18</Slides>
  <Notes>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18</vt:i4>
      </vt:variant>
    </vt:vector>
  </HeadingPairs>
  <TitlesOfParts>
    <vt:vector size="31" baseType="lpstr">
      <vt:lpstr>Aptos</vt:lpstr>
      <vt:lpstr>Aptos Display</vt:lpstr>
      <vt:lpstr>Arial</vt:lpstr>
      <vt:lpstr>Calibri</vt:lpstr>
      <vt:lpstr>Chivo Light</vt:lpstr>
      <vt:lpstr>Oswald Medium</vt:lpstr>
      <vt:lpstr>Oswald SemiBold</vt:lpstr>
      <vt:lpstr>Roboto Light</vt:lpstr>
      <vt:lpstr>Times New Roman</vt:lpstr>
      <vt:lpstr>Wingdings</vt:lpstr>
      <vt:lpstr>Office Theme</vt:lpstr>
      <vt:lpstr>Office Theme</vt:lpstr>
      <vt:lpstr>Office Theme</vt:lpstr>
      <vt:lpstr>School of Computer Science and Engineering Lovely Professional University, Punjab</vt:lpstr>
      <vt:lpstr>ACCPETANCE LETTER</vt:lpstr>
      <vt:lpstr>introduction</vt:lpstr>
      <vt:lpstr>introduction</vt:lpstr>
      <vt:lpstr>PowerPoint Presentation</vt:lpstr>
      <vt:lpstr>PowerPoint Presentation</vt:lpstr>
      <vt:lpstr>ABOUT THE DATASET</vt:lpstr>
      <vt:lpstr>           </vt:lpstr>
      <vt:lpstr>PowerPoint Presentation</vt:lpstr>
      <vt:lpstr>MODEL SELECTON</vt:lpstr>
      <vt:lpstr>Model Evaluation </vt:lpstr>
      <vt:lpstr>.                Prediction</vt:lpstr>
      <vt:lpstr>RESULTS AND ANALYSIS </vt:lpstr>
      <vt:lpstr>CONCLUSION </vt:lpstr>
      <vt:lpstr>FUTURE SCOPE</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Computer Science and Engineering Lovely Professional University, Punjab</dc:title>
  <dc:creator>tejat</dc:creator>
  <cp:lastModifiedBy>Harsha Vardhan Tamarana</cp:lastModifiedBy>
  <cp:revision>18</cp:revision>
  <cp:lastPrinted>2024-05-19T08:48:55Z</cp:lastPrinted>
  <dcterms:created xsi:type="dcterms:W3CDTF">2024-05-19T08:48:55Z</dcterms:created>
  <dcterms:modified xsi:type="dcterms:W3CDTF">2024-05-23T18:46:24Z</dcterms:modified>
</cp:coreProperties>
</file>